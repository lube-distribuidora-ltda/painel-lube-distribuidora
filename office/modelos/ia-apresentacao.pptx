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Click to edit Master title style</a:t>
            </a:r>
            <a:endParaRPr lang="pt-B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Click to edit Master subtitle style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1/27/13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1/27/13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1/27/13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1/27/13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1/27/13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Click to edit Master title style</a:t>
            </a:r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1/27/13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1/27/13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1/27/13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Click to edit Master title style</a:t>
            </a:r>
            <a:endParaRPr lang="pt-B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1/27/13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1/27/13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pt-BR" smtClean="0"/>
              <a:t>1/27/13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pt-BR" smtClean="0"/>
              <a:t>1/27/13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LUBE OFFICE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Lube Distribuidora</dc:creator>
  <cp:lastModifiedBy>Lube Distribuidora</cp:lastModifiedBy>
  <cp:revision>1</cp:revision>
  <dcterms:created xsi:type="dcterms:W3CDTF">2026-10-21T21:35:57Z</dcterms:created>
  <dcterms:modified xsi:type="dcterms:W3CDTF">2026-10-21T21:35:57Z</dcterms:modified>
</cp:coreProperties>
</file>