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lang="pt-BR">
                <a:solidFill>
                  <a:srgbClr val="1B2140"/>
                </a:solidFill>
                <a:latin typeface="Arial"/>
              </a:rPr>
              <a:t>Título da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LUBE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Lube Distribuidora</dc:creator>
  <cp:lastModifiedBy>Lube Distribuidora</cp:lastModifiedBy>
  <cp:revision>1</cp:revision>
  <dcterms:created xsi:type="dcterms:W3CDTF">2026-10-21T19:23:04Z</dcterms:created>
  <dcterms:modified xsi:type="dcterms:W3CDTF">2026-10-21T19:23:04Z</dcterms:modified>
</cp:coreProperties>
</file>