
<file path=[Content_Types].xml><?xml version="1.0" encoding="utf-8"?>
<Types xmlns="http://schemas.openxmlformats.org/package/2006/content-types">
  <Default Extension="jpg" ContentType="image/jpeg"/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embeddedFontLst>
    <p:embeddedFont>
      <p:font typeface="Arial" panose="02000503000000020004" pitchFamily="34" charset="0"/>
      <p:regular r:id="rId26"/>
      <p:bold r:id="rId27"/>
    </p:embeddedFont>
    <p:embeddedFont>
      <p:font typeface="Arial" pitchFamily="34" charset="0"/>
      <p:regular r:id="rId28"/>
      <p:bold r:id="rId29"/>
    </p:embeddedFont>
    <p:embeddedFont>
      <p:font typeface="Arial" panose="02000009000000000000" pitchFamily="49" charset="0"/>
      <p:regular r:id="rId30"/>
      <p:bold r:id="rId31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Relationship Id="rId26" Type="http://schemas.openxmlformats.org/officeDocument/2006/relationships/font" Target="fonts/font1.fntdata"/><Relationship Id="rId27" Type="http://schemas.openxmlformats.org/officeDocument/2006/relationships/font" Target="fonts/font2.fntdata"/><Relationship Id="rId28" Type="http://schemas.openxmlformats.org/officeDocument/2006/relationships/font" Target="fonts/font3.fntdata"/><Relationship Id="rId29" Type="http://schemas.openxmlformats.org/officeDocument/2006/relationships/font" Target="fonts/font4.fntdata"/><Relationship Id="rId30" Type="http://schemas.openxmlformats.org/officeDocument/2006/relationships/font" Target="fonts/font5.fntdata"/><Relationship Id="rId31" Type="http://schemas.openxmlformats.org/officeDocument/2006/relationships/font" Target="fonts/font6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pt-BR"/>
              <a:t>7/23/19</a:t>
            </a:fld>
            <a:endParaRPr lang="pt-B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Click to edit Master text styles</a:t>
            </a:r>
          </a:p>
          <a:p>
            <a:pPr lvl="1"/>
            <a:r>
              <a:rPr lang="pt-BR"/>
              <a:t>Second level</a:t>
            </a:r>
          </a:p>
          <a:p>
            <a:pPr lvl="2"/>
            <a:r>
              <a:rPr lang="pt-BR"/>
              <a:t>Third level</a:t>
            </a:r>
          </a:p>
          <a:p>
            <a:pPr lvl="3"/>
            <a:r>
              <a:rPr lang="pt-BR"/>
              <a:t>Fourth level</a:t>
            </a:r>
          </a:p>
          <a:p>
            <a:pPr lvl="4"/>
            <a:r>
              <a:rPr lang="pt-BR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pt-BR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Tipo de slide: Capa. Troque os textos de exemplo. Para usar este tipo de slide de novo, clique com o botão direito na miniatura e escolha Duplicar slide; o que não for usar, apague.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t-BR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Tipo de slide: Contexto com quatro cartões (fundo claro). Troque os textos de exemplo. Para usar este tipo de slide de novo, clique com o botão direito na miniatura e escolha Duplicar slide; o que não for usar, apague.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t-BR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Tipo de slide: Números em destaque (fundo claro). Troque os textos de exemplo. Para usar este tipo de slide de novo, clique com o botão direito na miniatura e escolha Duplicar slide; o que não for usar, apague.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t-BR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Tipo de slide: Tabela (fundo claro). Troque os textos de exemplo. Para usar este tipo de slide de novo, clique com o botão direito na miniatura e escolha Duplicar slide; o que não for usar, apague.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t-BR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Tipo de slide: Divisor de seção (vermelho e azul). Troque os textos de exemplo. Para usar este tipo de slide de novo, clique com o botão direito na miniatura e escolha Duplicar slide; o que não for usar, apague.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t-BR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Tipo de slide: Etapas numeradas (fundo escuro). Troque os textos de exemplo. Para usar este tipo de slide de novo, clique com o botão direito na miniatura e escolha Duplicar slide; o que não for usar, apague.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t-BR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Tipo de slide: Fluxo em cinco caixas (fundo escuro). Troque os textos de exemplo. Para usar este tipo de slide de novo, clique com o botão direito na miniatura e escolha Duplicar slide; o que não for usar, apague.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t-BR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Tipo de slide: Número grande com três cartões (fundo escuro). Troque os textos de exemplo. Para usar este tipo de slide de novo, clique com o botão direito na miniatura e escolha Duplicar slide; o que não for usar, apague.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t-BR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Tipo de slide: Tabela com antes e hoje (fundo escuro). Troque os textos de exemplo. Para usar este tipo de slide de novo, clique com o botão direito na miniatura e escolha Duplicar slide; o que não for usar, apague.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t-BR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Tipo de slide: Três passos com setas (fundo escuro). Troque os textos de exemplo. Para usar este tipo de slide de novo, clique com o botão direito na miniatura e escolha Duplicar slide; o que não for usar, apague.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t-BR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Tipo de slide: Lista com marcas e cartão de destaque (fundo escuro). Troque os textos de exemplo. Para usar este tipo de slide de novo, clique com o botão direito na miniatura e escolha Duplicar slide; o que não for usar, apague.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t-BR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Tipo de slide: Quatro pilares com ícones (fundo escuro). Troque os textos de exemplo. Para usar este tipo de slide de novo, clique com o botão direito na miniatura e escolha Duplicar slide; o que não for usar, apague.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t-BR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Tipo de slide: Mapa por área (fundo escuro). Troque os textos de exemplo. Para usar este tipo de slide de novo, clique com o botão direito na miniatura e escolha Duplicar slide; o que não for usar, apague.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t-BR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Tipo de slide: Seis cartões (fundo claro). Troque os textos de exemplo. Para usar este tipo de slide de novo, clique com o botão direito na miniatura e escolha Duplicar slide; o que não for usar, apague.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t-BR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Tipo de slide: Quatro cartões grandes, um em destaque (fundo escuro). Troque os textos de exemplo. Para usar este tipo de slide de novo, clique com o botão direito na miniatura e escolha Duplicar slide; o que não for usar, apague.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t-BR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Tipo de slide: Linha do tempo (fundo claro). Troque os textos de exemplo. Para usar este tipo de slide de novo, clique com o botão direito na miniatura e escolha Duplicar slide; o que não for usar, apague.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t-BR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Tipo de slide: Antes e depois em tabela (fundo claro). Troque os textos de exemplo. Para usar este tipo de slide de novo, clique com o botão direito na miniatura e escolha Duplicar slide; o que não for usar, apague.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t-BR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Tipo de slide: Próximos passos (fundo escuro). Troque os textos de exemplo. Para usar este tipo de slide de novo, clique com o botão direito na miniatura e escolha Duplicar slide; o que não for usar, apague.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t-BR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Tipo de slide: Encerramento. Troque os textos de exemplo. Para usar este tipo de slide de novo, clique com o botão direito na miniatura e escolha Duplicar slide; o que não for usar, apague.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t-BR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image" Target="../media/Slide-background-1-image-1.jp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ody">
    <p:bg>
      <p:bgPr>
        <a:solidFill>
          <a:srgbClr val="0B2FA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/>
          <p:nvPr>
            <p:ph type="title"/>
          </p:nvPr>
        </p:nvSpPr>
        <p:spPr>
          <a:xfrm>
            <a:off x="812800" y="1178520"/>
            <a:ext cx="10566400" cy="5028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15000"/>
              </a:lnSpc>
              <a:buNone/>
              <a:defRPr lang="pt-BR" sz="3600" dirty="0">
                <a:solidFill>
                  <a:srgbClr val="F5F7FD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endParaRPr lang="pt-BR" sz="3600" dirty="0"/>
          </a:p>
        </p:txBody>
      </p:sp>
      <p:sp>
        <p:nvSpPr>
          <p:cNvPr id="3" name="Text Placeholder 2"/>
          <p:cNvSpPr/>
          <p:nvPr>
            <p:ph idx="101" type="body"/>
          </p:nvPr>
        </p:nvSpPr>
        <p:spPr>
          <a:xfrm>
            <a:off x="812800" y="1986161"/>
            <a:ext cx="10566400" cy="40590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40000"/>
              </a:lnSpc>
              <a:buNone/>
              <a:defRPr lang="pt-BR" sz="1600" dirty="0">
                <a:solidFill>
                  <a:srgbClr val="F5F7FD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endParaRPr lang="pt-BR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background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/>
          <p:nvPr>
            <p:ph type="title"/>
          </p:nvPr>
        </p:nvSpPr>
        <p:spPr>
          <a:xfrm>
            <a:off x="812800" y="1178520"/>
            <a:ext cx="10566400" cy="5028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15000"/>
              </a:lnSpc>
              <a:buNone/>
              <a:defRPr lang="pt-BR" sz="3600" dirty="0">
                <a:solidFill>
                  <a:srgbClr val="F5F7FD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endParaRPr lang="pt-BR" sz="3600" dirty="0"/>
          </a:p>
        </p:txBody>
      </p:sp>
      <p:sp>
        <p:nvSpPr>
          <p:cNvPr id="3" name="Text Placeholder 2"/>
          <p:cNvSpPr/>
          <p:nvPr>
            <p:ph idx="101" type="body"/>
          </p:nvPr>
        </p:nvSpPr>
        <p:spPr>
          <a:xfrm>
            <a:off x="812800" y="1986161"/>
            <a:ext cx="10566400" cy="40590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40000"/>
              </a:lnSpc>
              <a:buNone/>
              <a:defRPr lang="pt-BR" sz="1600" dirty="0">
                <a:solidFill>
                  <a:srgbClr val="F5F7FD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endParaRPr lang="pt-BR" sz="1600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2FA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/>
          <p:nvPr>
            <p:ph type="title"/>
          </p:nvPr>
        </p:nvSpPr>
        <p:spPr>
          <a:xfrm>
            <a:off x="812800" y="1178520"/>
            <a:ext cx="10566400" cy="5028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15000"/>
              </a:lnSpc>
              <a:buNone/>
              <a:defRPr lang="pt-BR" sz="3600" dirty="0">
                <a:solidFill>
                  <a:srgbClr val="F5F7FD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endParaRPr lang="pt-BR" sz="3600" dirty="0"/>
          </a:p>
        </p:txBody>
      </p:sp>
      <p:sp>
        <p:nvSpPr>
          <p:cNvPr id="3" name="Text Placeholder 2"/>
          <p:cNvSpPr/>
          <p:nvPr>
            <p:ph idx="101" type="body"/>
          </p:nvPr>
        </p:nvSpPr>
        <p:spPr>
          <a:xfrm>
            <a:off x="812800" y="1986161"/>
            <a:ext cx="10566400" cy="40590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40000"/>
              </a:lnSpc>
              <a:buNone/>
              <a:defRPr lang="pt-BR" sz="1600" dirty="0">
                <a:solidFill>
                  <a:srgbClr val="F5F7FD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endParaRPr lang="pt-BR" sz="1600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image" Target="../media/image-7-9.png"/><Relationship Id="rId10" Type="http://schemas.openxmlformats.org/officeDocument/2006/relationships/image" Target="../media/image-7-10.png"/><Relationship Id="rId11" Type="http://schemas.openxmlformats.org/officeDocument/2006/relationships/image" Target="../media/image-7-11.png"/><Relationship Id="rId12" Type="http://schemas.openxmlformats.org/officeDocument/2006/relationships/image" Target="../media/image-7-12.png"/><Relationship Id="rId13" Type="http://schemas.openxmlformats.org/officeDocument/2006/relationships/slideLayout" Target="../slideLayouts/slideLayout3.xml"/><Relationship Id="rId1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40B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undo azul com feixe de luz diagonal e forma vermelha inclinada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Logo da Lube Distribuidora">    </p:cNvPr>
          <p:cNvPicPr>
            <a:picLocks noChangeAspect="1"/>
          </p:cNvPicPr>
          <p:nvPr/>
        </p:nvPicPr>
        <p:blipFill>
          <a:blip r:embed="rId2"/>
          <a:srcRect l="-78" r="-78" t="0" b="0"/>
          <a:stretch/>
        </p:blipFill>
        <p:spPr>
          <a:xfrm>
            <a:off x="812800" y="1109960"/>
            <a:ext cx="4064000" cy="135255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798933" y="2785070"/>
            <a:ext cx="383335" cy="76200"/>
          </a:xfrm>
          <a:prstGeom prst="rect">
            <a:avLst/>
          </a:prstGeom>
          <a:solidFill>
            <a:srgbClr val="E5101F"/>
          </a:solidFill>
          <a:ln/>
        </p:spPr>
        <p:txBody>
          <a:bodyPr/>
          <a:p/>
        </p:txBody>
      </p:sp>
      <p:sp>
        <p:nvSpPr>
          <p:cNvPr id="5" name="Text 1"/>
          <p:cNvSpPr/>
          <p:nvPr/>
        </p:nvSpPr>
        <p:spPr>
          <a:xfrm>
            <a:off x="1270000" y="2716510"/>
            <a:ext cx="465308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pt-BR" sz="1200" b="1" spc="200" kern="0" dirty="0">
                <a:solidFill>
                  <a:srgbClr val="FF5A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TEMA DA APRESENTAÇÃO · MÊS DE AAAA</a:t>
            </a:r>
            <a:endParaRPr lang="pt-BR" sz="1200" dirty="0"/>
          </a:p>
        </p:txBody>
      </p:sp>
      <p:sp>
        <p:nvSpPr>
          <p:cNvPr id="6" name="Text 2"/>
          <p:cNvSpPr/>
          <p:nvPr>
            <p:ph type="title"/>
          </p:nvPr>
        </p:nvSpPr>
        <p:spPr>
          <a:xfrm>
            <a:off x="812800" y="3183830"/>
            <a:ext cx="5886450" cy="14517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5616"/>
              </a:lnSpc>
              <a:buNone/>
            </a:pPr>
            <a:r>
              <a:rPr lang="pt-BR" sz="5200" b="1" i="0" spc="-100" kern="0" dirty="0">
                <a:solidFill>
                  <a:srgbClr val="F7F9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Título da</a:t>
            </a:r>
            <a:endParaRPr lang="pt-BR" sz="5200" dirty="0"/>
          </a:p>
          <a:p>
            <a:pPr algn="l" indent="0" marL="0">
              <a:lnSpc>
                <a:spcPts val="5616"/>
              </a:lnSpc>
              <a:buNone/>
            </a:pPr>
            <a:r>
              <a:rPr lang="pt-BR" sz="5200" b="1" i="0" spc="-100" kern="0" dirty="0">
                <a:solidFill>
                  <a:srgbClr val="F7F9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apresentação</a:t>
            </a:r>
            <a:endParaRPr lang="pt-BR" sz="5200" dirty="0"/>
          </a:p>
        </p:txBody>
      </p:sp>
      <p:sp>
        <p:nvSpPr>
          <p:cNvPr id="7" name="Text 3"/>
          <p:cNvSpPr/>
          <p:nvPr/>
        </p:nvSpPr>
        <p:spPr>
          <a:xfrm>
            <a:off x="812800" y="4864199"/>
            <a:ext cx="5624830" cy="9091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20"/>
              </a:lnSpc>
              <a:buNone/>
            </a:pPr>
            <a:r>
              <a:rPr lang="pt-BR" sz="1600" dirty="0">
                <a:solidFill>
                  <a:srgbClr val="C3C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frase que diz do que se trata e o que quem assiste leva desta apresentação.</a:t>
            </a:r>
            <a:endParaRPr lang="pt-BR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1F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03301" y="881360"/>
            <a:ext cx="374599" cy="76200"/>
          </a:xfrm>
          <a:prstGeom prst="rect">
            <a:avLst/>
          </a:prstGeom>
          <a:solidFill>
            <a:srgbClr val="E5101F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70000" y="812800"/>
            <a:ext cx="261687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pt-BR" sz="1200" b="1" spc="200" kern="0" dirty="0">
                <a:solidFill>
                  <a:srgbClr val="C20D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CONTEXTO</a:t>
            </a:r>
            <a:endParaRPr lang="pt-BR" sz="1200" dirty="0"/>
          </a:p>
        </p:txBody>
      </p:sp>
      <p:sp>
        <p:nvSpPr>
          <p:cNvPr id="4" name="Text 2"/>
          <p:cNvSpPr/>
          <p:nvPr>
            <p:ph type="title"/>
          </p:nvPr>
        </p:nvSpPr>
        <p:spPr>
          <a:xfrm>
            <a:off x="812800" y="1178520"/>
            <a:ext cx="10883392" cy="528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60"/>
              </a:lnSpc>
              <a:buNone/>
            </a:pPr>
            <a:r>
              <a:rPr lang="pt-BR" sz="3600" b="1" i="0" spc="-50" kern="0" dirty="0">
                <a:solidFill>
                  <a:srgbClr val="0D17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Título do slide em uma linha</a:t>
            </a:r>
            <a:endParaRPr lang="pt-BR" sz="3600" dirty="0"/>
          </a:p>
        </p:txBody>
      </p:sp>
      <p:sp>
        <p:nvSpPr>
          <p:cNvPr id="5" name="Text 3"/>
          <p:cNvSpPr/>
          <p:nvPr/>
        </p:nvSpPr>
        <p:spPr>
          <a:xfrm>
            <a:off x="812800" y="1833761"/>
            <a:ext cx="9810750" cy="6145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20"/>
              </a:lnSpc>
              <a:buNone/>
            </a:pPr>
            <a:r>
              <a:rPr lang="pt-BR" sz="1600" dirty="0">
                <a:solidFill>
                  <a:srgbClr val="3A44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ou duas frases de apoio que explicam o título e preparam os cartões abaixo.</a:t>
            </a:r>
            <a:endParaRPr lang="pt-BR" sz="1600" dirty="0"/>
          </a:p>
        </p:txBody>
      </p:sp>
      <p:sp>
        <p:nvSpPr>
          <p:cNvPr id="6" name="Shape 4"/>
          <p:cNvSpPr/>
          <p:nvPr/>
        </p:nvSpPr>
        <p:spPr>
          <a:xfrm>
            <a:off x="815975" y="3429695"/>
            <a:ext cx="2482850" cy="2409130"/>
          </a:xfrm>
          <a:prstGeom prst="roundRect">
            <a:avLst>
              <a:gd name="adj" fmla="val 5140"/>
            </a:avLst>
          </a:prstGeom>
          <a:solidFill>
            <a:srgbClr val="FBFBFD"/>
          </a:solidFill>
          <a:ln w="6350">
            <a:solidFill>
              <a:srgbClr val="DCDFEA"/>
            </a:solidFill>
            <a:prstDash val="solid"/>
          </a:ln>
        </p:spPr>
        <p:txBody>
          <a:bodyPr/>
          <a:p/>
        </p:txBody>
      </p:sp>
      <p:pic>
        <p:nvPicPr>
          <p:cNvPr id="7" name="Image 0" descr="Warni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47750" y="3686870"/>
            <a:ext cx="304800" cy="3048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047750" y="4093270"/>
            <a:ext cx="2079879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pt-BR" sz="1600" b="1" dirty="0">
                <a:solidFill>
                  <a:srgbClr val="0D17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Primeiro ponto</a:t>
            </a:r>
            <a:endParaRPr lang="pt-BR" sz="1600" dirty="0"/>
          </a:p>
        </p:txBody>
      </p:sp>
      <p:sp>
        <p:nvSpPr>
          <p:cNvPr id="9" name="Text 6"/>
          <p:cNvSpPr/>
          <p:nvPr/>
        </p:nvSpPr>
        <p:spPr>
          <a:xfrm>
            <a:off x="1047750" y="4438650"/>
            <a:ext cx="2079879" cy="939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pt-BR" sz="1200" dirty="0">
                <a:solidFill>
                  <a:srgbClr val="3A44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Explique o ponto em uma ou duas linhas curtas.</a:t>
            </a:r>
            <a:endParaRPr lang="pt-BR" sz="1200" dirty="0"/>
          </a:p>
        </p:txBody>
      </p:sp>
      <p:sp>
        <p:nvSpPr>
          <p:cNvPr id="10" name="Shape 7"/>
          <p:cNvSpPr/>
          <p:nvPr/>
        </p:nvSpPr>
        <p:spPr>
          <a:xfrm>
            <a:off x="3508375" y="3429695"/>
            <a:ext cx="2482850" cy="2409130"/>
          </a:xfrm>
          <a:prstGeom prst="roundRect">
            <a:avLst>
              <a:gd name="adj" fmla="val 5140"/>
            </a:avLst>
          </a:prstGeom>
          <a:solidFill>
            <a:srgbClr val="FBFBFD"/>
          </a:solidFill>
          <a:ln w="6350">
            <a:solidFill>
              <a:srgbClr val="DCDFEA"/>
            </a:solidFill>
            <a:prstDash val="solid"/>
          </a:ln>
        </p:spPr>
        <p:txBody>
          <a:bodyPr/>
          <a:p/>
        </p:txBody>
      </p:sp>
      <p:pic>
        <p:nvPicPr>
          <p:cNvPr id="11" name="Image 1" descr="Warni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740150" y="3686870"/>
            <a:ext cx="304800" cy="3048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740150" y="4093270"/>
            <a:ext cx="2079879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pt-BR" sz="1600" b="1" dirty="0">
                <a:solidFill>
                  <a:srgbClr val="0D17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Segundo ponto</a:t>
            </a:r>
            <a:endParaRPr lang="pt-BR" sz="1600" dirty="0"/>
          </a:p>
        </p:txBody>
      </p:sp>
      <p:sp>
        <p:nvSpPr>
          <p:cNvPr id="13" name="Text 9"/>
          <p:cNvSpPr/>
          <p:nvPr/>
        </p:nvSpPr>
        <p:spPr>
          <a:xfrm>
            <a:off x="3740150" y="4438650"/>
            <a:ext cx="2079879" cy="939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pt-BR" sz="1200" dirty="0">
                <a:solidFill>
                  <a:srgbClr val="3A44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Explique o ponto em uma ou duas linhas curtas.</a:t>
            </a:r>
            <a:endParaRPr lang="pt-BR" sz="1200" dirty="0"/>
          </a:p>
        </p:txBody>
      </p:sp>
      <p:sp>
        <p:nvSpPr>
          <p:cNvPr id="14" name="Shape 10"/>
          <p:cNvSpPr/>
          <p:nvPr/>
        </p:nvSpPr>
        <p:spPr>
          <a:xfrm>
            <a:off x="6200775" y="3429695"/>
            <a:ext cx="2482850" cy="2409130"/>
          </a:xfrm>
          <a:prstGeom prst="roundRect">
            <a:avLst>
              <a:gd name="adj" fmla="val 5140"/>
            </a:avLst>
          </a:prstGeom>
          <a:solidFill>
            <a:srgbClr val="FBFBFD"/>
          </a:solidFill>
          <a:ln w="6350">
            <a:solidFill>
              <a:srgbClr val="DCDFEA"/>
            </a:solidFill>
            <a:prstDash val="solid"/>
          </a:ln>
        </p:spPr>
        <p:txBody>
          <a:bodyPr/>
          <a:p/>
        </p:txBody>
      </p:sp>
      <p:pic>
        <p:nvPicPr>
          <p:cNvPr id="15" name="Image 2" descr="Clock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432550" y="3686870"/>
            <a:ext cx="304800" cy="30480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432550" y="4093270"/>
            <a:ext cx="2079879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pt-BR" sz="1600" b="1" dirty="0">
                <a:solidFill>
                  <a:srgbClr val="0D17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Terceiro ponto</a:t>
            </a:r>
            <a:endParaRPr lang="pt-BR" sz="1600" dirty="0"/>
          </a:p>
        </p:txBody>
      </p:sp>
      <p:sp>
        <p:nvSpPr>
          <p:cNvPr id="17" name="Text 12"/>
          <p:cNvSpPr/>
          <p:nvPr/>
        </p:nvSpPr>
        <p:spPr>
          <a:xfrm>
            <a:off x="6432550" y="4438650"/>
            <a:ext cx="2079879" cy="1168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pt-BR" sz="1200" dirty="0">
                <a:solidFill>
                  <a:srgbClr val="3A44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Explique o ponto em uma ou duas linhas curtas.</a:t>
            </a:r>
            <a:endParaRPr lang="pt-BR" sz="1200" dirty="0"/>
          </a:p>
        </p:txBody>
      </p:sp>
      <p:sp>
        <p:nvSpPr>
          <p:cNvPr id="18" name="Shape 13"/>
          <p:cNvSpPr/>
          <p:nvPr/>
        </p:nvSpPr>
        <p:spPr>
          <a:xfrm>
            <a:off x="8893175" y="3429695"/>
            <a:ext cx="2482850" cy="2409130"/>
          </a:xfrm>
          <a:prstGeom prst="roundRect">
            <a:avLst>
              <a:gd name="adj" fmla="val 5140"/>
            </a:avLst>
          </a:prstGeom>
          <a:solidFill>
            <a:srgbClr val="FBFBFD"/>
          </a:solidFill>
          <a:ln w="6350">
            <a:solidFill>
              <a:srgbClr val="DCDFEA"/>
            </a:solidFill>
            <a:prstDash val="solid"/>
          </a:ln>
        </p:spPr>
        <p:txBody>
          <a:bodyPr/>
          <a:p/>
        </p:txBody>
      </p:sp>
      <p:pic>
        <p:nvPicPr>
          <p:cNvPr id="19" name="Image 3" descr="Warni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9124950" y="3686870"/>
            <a:ext cx="304800" cy="304800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9124950" y="4093270"/>
            <a:ext cx="2079879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pt-BR" sz="1600" b="1" dirty="0">
                <a:solidFill>
                  <a:srgbClr val="0D17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Quarto ponto</a:t>
            </a:r>
            <a:endParaRPr lang="pt-BR" sz="1600" dirty="0"/>
          </a:p>
        </p:txBody>
      </p:sp>
      <p:sp>
        <p:nvSpPr>
          <p:cNvPr id="21" name="Text 15"/>
          <p:cNvSpPr/>
          <p:nvPr/>
        </p:nvSpPr>
        <p:spPr>
          <a:xfrm>
            <a:off x="9124950" y="4438650"/>
            <a:ext cx="2079879" cy="1168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pt-BR" sz="1200" dirty="0">
                <a:solidFill>
                  <a:srgbClr val="3A44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Explique o ponto em uma ou duas linhas curtas.</a:t>
            </a:r>
            <a:endParaRPr lang="pt-BR" sz="1200" dirty="0"/>
          </a:p>
        </p:txBody>
      </p:sp>
      <p:sp>
        <p:nvSpPr>
          <p:cNvPr id="22" name="Text 16"/>
          <p:cNvSpPr/>
          <p:nvPr/>
        </p:nvSpPr>
        <p:spPr>
          <a:xfrm>
            <a:off x="812800" y="6238280"/>
            <a:ext cx="321111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pt-BR" sz="1200" dirty="0">
                <a:solidFill>
                  <a:srgbClr val="5A6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Lube Distribuidora · Nome da apresentação</a:t>
            </a:r>
            <a:endParaRPr lang="pt-BR" sz="1200" dirty="0"/>
          </a:p>
        </p:txBody>
      </p:sp>
      <p:sp>
        <p:nvSpPr>
          <p:cNvPr id="23" name="Text 17"/>
          <p:cNvSpPr/>
          <p:nvPr/>
        </p:nvSpPr>
        <p:spPr>
          <a:xfrm>
            <a:off x="11145441" y="6238280"/>
            <a:ext cx="23375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pt-BR" sz="1200" dirty="0">
                <a:solidFill>
                  <a:srgbClr val="5A6488"/>
                </a:solidFill>
                <a:latin typeface="Arial" pitchFamily="49" charset="0"/>
                <a:ea typeface="Arial" pitchFamily="49" charset="-122"/>
                <a:cs typeface="Arial" pitchFamily="49" charset="-120"/>
              </a:rPr>
              <a:t>02</a:t>
            </a:r>
            <a:endParaRPr lang="pt-BR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1F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03301" y="877689"/>
            <a:ext cx="374599" cy="76200"/>
          </a:xfrm>
          <a:prstGeom prst="rect">
            <a:avLst/>
          </a:prstGeom>
          <a:solidFill>
            <a:srgbClr val="E5101F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70000" y="809129"/>
            <a:ext cx="603444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pt-BR" sz="1200" b="1" spc="200" kern="0" dirty="0">
                <a:solidFill>
                  <a:srgbClr val="C20D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NÚMEROS EM DESTAQUE · PERÍODO</a:t>
            </a:r>
            <a:endParaRPr lang="pt-BR" sz="1200" dirty="0"/>
          </a:p>
        </p:txBody>
      </p:sp>
      <p:sp>
        <p:nvSpPr>
          <p:cNvPr id="4" name="Text 2"/>
          <p:cNvSpPr/>
          <p:nvPr>
            <p:ph type="title"/>
          </p:nvPr>
        </p:nvSpPr>
        <p:spPr>
          <a:xfrm>
            <a:off x="812800" y="1171178"/>
            <a:ext cx="10883392" cy="5109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824"/>
              </a:lnSpc>
              <a:buNone/>
            </a:pPr>
            <a:r>
              <a:rPr lang="pt-BR" sz="3476" b="1" i="0" spc="-50" kern="0" dirty="0">
                <a:solidFill>
                  <a:srgbClr val="0D17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números que contam a história</a:t>
            </a:r>
            <a:endParaRPr lang="pt-BR" sz="3476" dirty="0"/>
          </a:p>
        </p:txBody>
      </p:sp>
      <p:sp>
        <p:nvSpPr>
          <p:cNvPr id="5" name="Shape 3"/>
          <p:cNvSpPr/>
          <p:nvPr/>
        </p:nvSpPr>
        <p:spPr>
          <a:xfrm>
            <a:off x="815975" y="1964730"/>
            <a:ext cx="10560050" cy="866973"/>
          </a:xfrm>
          <a:prstGeom prst="roundRect">
            <a:avLst>
              <a:gd name="adj" fmla="val 14282"/>
            </a:avLst>
          </a:prstGeom>
          <a:solidFill>
            <a:srgbClr val="FBFBFD"/>
          </a:solidFill>
          <a:ln w="6350">
            <a:solidFill>
              <a:srgbClr val="DCDFEA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73150" y="2078236"/>
            <a:ext cx="4447540" cy="6654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5040"/>
              </a:lnSpc>
              <a:buNone/>
            </a:pPr>
            <a:r>
              <a:rPr lang="pt-BR" sz="3600" b="1" dirty="0">
                <a:solidFill>
                  <a:srgbClr val="0D176E"/>
                </a:solidFill>
                <a:latin typeface="Arial" pitchFamily="49" charset="0"/>
                <a:ea typeface="Arial" pitchFamily="49" charset="-122"/>
                <a:cs typeface="Arial" pitchFamily="49" charset="-120"/>
              </a:rPr>
              <a:t>R$ 0.000,00</a:t>
            </a:r>
            <a:endParaRPr lang="pt-BR" sz="3600" dirty="0"/>
          </a:p>
        </p:txBody>
      </p:sp>
      <p:sp>
        <p:nvSpPr>
          <p:cNvPr id="7" name="Text 5"/>
          <p:cNvSpPr/>
          <p:nvPr/>
        </p:nvSpPr>
        <p:spPr>
          <a:xfrm>
            <a:off x="5645150" y="2255937"/>
            <a:ext cx="2552105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pt-BR" sz="1600" dirty="0">
                <a:solidFill>
                  <a:srgbClr val="3A44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este número mostra</a:t>
            </a:r>
            <a:endParaRPr lang="pt-BR" sz="1600" dirty="0"/>
          </a:p>
        </p:txBody>
      </p:sp>
      <p:sp>
        <p:nvSpPr>
          <p:cNvPr id="8" name="Shape 6"/>
          <p:cNvSpPr/>
          <p:nvPr/>
        </p:nvSpPr>
        <p:spPr>
          <a:xfrm>
            <a:off x="815975" y="2939653"/>
            <a:ext cx="10560050" cy="866874"/>
          </a:xfrm>
          <a:prstGeom prst="roundRect">
            <a:avLst>
              <a:gd name="adj" fmla="val 14284"/>
            </a:avLst>
          </a:prstGeom>
          <a:solidFill>
            <a:srgbClr val="FBFBFD"/>
          </a:solidFill>
          <a:ln w="6350">
            <a:solidFill>
              <a:srgbClr val="DCDFEA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1073150" y="3053060"/>
            <a:ext cx="4447540" cy="6654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5040"/>
              </a:lnSpc>
              <a:buNone/>
            </a:pPr>
            <a:r>
              <a:rPr lang="pt-BR" sz="3600" b="1" dirty="0">
                <a:solidFill>
                  <a:srgbClr val="0D176E"/>
                </a:solidFill>
                <a:latin typeface="Arial" pitchFamily="49" charset="0"/>
                <a:ea typeface="Arial" pitchFamily="49" charset="-122"/>
                <a:cs typeface="Arial" pitchFamily="49" charset="-120"/>
              </a:rPr>
              <a:t>R$ 0.000,00</a:t>
            </a:r>
            <a:endParaRPr lang="pt-BR" sz="3600" dirty="0"/>
          </a:p>
        </p:txBody>
      </p:sp>
      <p:sp>
        <p:nvSpPr>
          <p:cNvPr id="10" name="Text 8"/>
          <p:cNvSpPr/>
          <p:nvPr/>
        </p:nvSpPr>
        <p:spPr>
          <a:xfrm>
            <a:off x="5645150" y="3230860"/>
            <a:ext cx="3429476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pt-BR" sz="1600" dirty="0">
                <a:solidFill>
                  <a:srgbClr val="3A44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este número mostra</a:t>
            </a:r>
            <a:endParaRPr lang="pt-BR" sz="1600" dirty="0"/>
          </a:p>
        </p:txBody>
      </p:sp>
      <p:sp>
        <p:nvSpPr>
          <p:cNvPr id="11" name="Shape 9"/>
          <p:cNvSpPr/>
          <p:nvPr/>
        </p:nvSpPr>
        <p:spPr>
          <a:xfrm>
            <a:off x="815975" y="3914477"/>
            <a:ext cx="10560050" cy="866973"/>
          </a:xfrm>
          <a:prstGeom prst="roundRect">
            <a:avLst>
              <a:gd name="adj" fmla="val 14282"/>
            </a:avLst>
          </a:prstGeom>
          <a:solidFill>
            <a:srgbClr val="FBFBFD"/>
          </a:solidFill>
          <a:ln w="6350">
            <a:solidFill>
              <a:srgbClr val="DCDFEA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1073150" y="4027984"/>
            <a:ext cx="4447540" cy="6654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5040"/>
              </a:lnSpc>
              <a:buNone/>
            </a:pPr>
            <a:r>
              <a:rPr lang="pt-BR" sz="3600" b="1" dirty="0">
                <a:solidFill>
                  <a:srgbClr val="0D176E"/>
                </a:solidFill>
                <a:latin typeface="Arial" pitchFamily="49" charset="0"/>
                <a:ea typeface="Arial" pitchFamily="49" charset="-122"/>
                <a:cs typeface="Arial" pitchFamily="49" charset="-120"/>
              </a:rPr>
              <a:t>R$ 0.000,00</a:t>
            </a:r>
            <a:endParaRPr lang="pt-BR" sz="3600" dirty="0"/>
          </a:p>
        </p:txBody>
      </p:sp>
      <p:sp>
        <p:nvSpPr>
          <p:cNvPr id="13" name="Text 11"/>
          <p:cNvSpPr/>
          <p:nvPr/>
        </p:nvSpPr>
        <p:spPr>
          <a:xfrm>
            <a:off x="5645150" y="4205684"/>
            <a:ext cx="2423993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pt-BR" sz="1600" dirty="0">
                <a:solidFill>
                  <a:srgbClr val="3A44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este número mostra</a:t>
            </a:r>
            <a:endParaRPr lang="pt-BR" sz="1600" dirty="0"/>
          </a:p>
        </p:txBody>
      </p:sp>
      <p:sp>
        <p:nvSpPr>
          <p:cNvPr id="14" name="Shape 12"/>
          <p:cNvSpPr/>
          <p:nvPr/>
        </p:nvSpPr>
        <p:spPr>
          <a:xfrm>
            <a:off x="812800" y="4937026"/>
            <a:ext cx="10566400" cy="904974"/>
          </a:xfrm>
          <a:prstGeom prst="roundRect">
            <a:avLst>
              <a:gd name="adj" fmla="val 14034"/>
            </a:avLst>
          </a:prstGeom>
          <a:solidFill>
            <a:srgbClr val="0B33B8"/>
          </a:solidFill>
          <a:ln/>
        </p:spPr>
        <p:txBody>
          <a:bodyPr/>
          <a:p/>
        </p:txBody>
      </p:sp>
      <p:pic>
        <p:nvPicPr>
          <p:cNvPr id="15" name="Image 0" descr="Warning">    </p:cNvPr>
          <p:cNvPicPr>
            <a:picLocks noChangeAspect="1"/>
          </p:cNvPicPr>
          <p:nvPr/>
        </p:nvPicPr>
        <p:blipFill>
          <a:blip r:embed="rId1"/>
          <a:srcRect l="-361" r="-361" t="0" b="0"/>
          <a:stretch/>
        </p:blipFill>
        <p:spPr>
          <a:xfrm>
            <a:off x="1066800" y="5237063"/>
            <a:ext cx="249436" cy="304800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1494036" y="5105102"/>
            <a:ext cx="9920099" cy="59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pt-BR" sz="1600" dirty="0">
                <a:solidFill>
                  <a:srgbClr val="EEF1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conclusão em destaque: </a:t>
            </a:r>
            <a:r>
              <a:rPr lang="pt-BR" sz="1600" b="1" dirty="0">
                <a:solidFill>
                  <a:srgbClr val="EEF1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número que mais importa</a:t>
            </a:r>
            <a:r>
              <a:rPr lang="pt-BR" sz="1600" dirty="0">
                <a:solidFill>
                  <a:srgbClr val="EEF1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 o que ele quer dizer.</a:t>
            </a:r>
            <a:endParaRPr lang="pt-BR" sz="1600" dirty="0"/>
          </a:p>
        </p:txBody>
      </p:sp>
      <p:sp>
        <p:nvSpPr>
          <p:cNvPr id="17" name="Text 14"/>
          <p:cNvSpPr/>
          <p:nvPr/>
        </p:nvSpPr>
        <p:spPr>
          <a:xfrm>
            <a:off x="812800" y="6238280"/>
            <a:ext cx="321111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pt-BR" sz="1200" dirty="0">
                <a:solidFill>
                  <a:srgbClr val="5A6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Lube Distribuidora · Nome da apresentação</a:t>
            </a:r>
            <a:endParaRPr lang="pt-BR" sz="1200" dirty="0"/>
          </a:p>
        </p:txBody>
      </p:sp>
      <p:sp>
        <p:nvSpPr>
          <p:cNvPr id="18" name="Text 15"/>
          <p:cNvSpPr/>
          <p:nvPr/>
        </p:nvSpPr>
        <p:spPr>
          <a:xfrm>
            <a:off x="11145441" y="6238280"/>
            <a:ext cx="23375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pt-BR" sz="1200" dirty="0">
                <a:solidFill>
                  <a:srgbClr val="5A6488"/>
                </a:solidFill>
                <a:latin typeface="Arial" pitchFamily="49" charset="0"/>
                <a:ea typeface="Arial" pitchFamily="49" charset="-122"/>
                <a:cs typeface="Arial" pitchFamily="49" charset="-120"/>
              </a:rPr>
              <a:t>03</a:t>
            </a:r>
            <a:endParaRPr lang="pt-BR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1F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03301" y="881360"/>
            <a:ext cx="374599" cy="76200"/>
          </a:xfrm>
          <a:prstGeom prst="rect">
            <a:avLst/>
          </a:prstGeom>
          <a:solidFill>
            <a:srgbClr val="E5101F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70000" y="812800"/>
            <a:ext cx="358080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pt-BR" sz="1200" b="1" spc="200" kern="0" dirty="0">
                <a:solidFill>
                  <a:srgbClr val="C20D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TABELA</a:t>
            </a:r>
            <a:endParaRPr lang="pt-BR" sz="1200" dirty="0"/>
          </a:p>
        </p:txBody>
      </p:sp>
      <p:sp>
        <p:nvSpPr>
          <p:cNvPr id="4" name="Text 2"/>
          <p:cNvSpPr/>
          <p:nvPr>
            <p:ph type="title"/>
          </p:nvPr>
        </p:nvSpPr>
        <p:spPr>
          <a:xfrm>
            <a:off x="812800" y="1178520"/>
            <a:ext cx="10883392" cy="528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60"/>
              </a:lnSpc>
              <a:buNone/>
            </a:pPr>
            <a:r>
              <a:rPr lang="pt-BR" sz="3600" b="1" i="0" spc="-50" kern="0" dirty="0">
                <a:solidFill>
                  <a:srgbClr val="0D17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Título da tabela em uma linha</a:t>
            </a:r>
            <a:endParaRPr lang="pt-BR" sz="36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5500" y="2649538"/>
          <a:ext cx="10553700" cy="2826742"/>
        </p:xfrm>
        <a:graphic>
          <a:graphicData uri="http://schemas.openxmlformats.org/drawingml/2006/table">
            <a:tbl>
              <a:tblPr/>
              <a:tblGrid>
                <a:gridCol w="1688592"/>
                <a:gridCol w="4643628"/>
                <a:gridCol w="4221480"/>
              </a:tblGrid>
              <a:tr h="403820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pt-BR" sz="1200" b="1" dirty="0">
                          <a:solidFill>
                            <a:srgbClr val="F5F7F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Item</a:t>
                      </a:r>
                      <a:endParaRPr lang="pt-BR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t">
                    <a:lnL w="12700" cap="flat" cmpd="sng" algn="ctr">
                      <a:solidFill>
                        <a:srgbClr val="C0C1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D2C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C1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D2C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3B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pt-BR" sz="1200" b="1" dirty="0">
                          <a:solidFill>
                            <a:srgbClr val="F5F7F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Situação</a:t>
                      </a:r>
                      <a:endParaRPr lang="pt-BR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t">
                    <a:lnL w="12700" cap="flat" cmpd="sng" algn="ctr">
                      <a:solidFill>
                        <a:srgbClr val="0D2C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D2C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C1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D2C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3B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pt-BR" sz="1200" b="1" dirty="0">
                          <a:solidFill>
                            <a:srgbClr val="F5F7F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Resultado</a:t>
                      </a:r>
                      <a:endParaRPr lang="pt-BR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t">
                    <a:lnL w="12700" cap="flat" cmpd="sng" algn="ctr">
                      <a:solidFill>
                        <a:srgbClr val="0D2C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D2C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C1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D2C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3B8"/>
                    </a:solidFill>
                  </a:tcPr>
                </a:tc>
              </a:tr>
              <a:tr h="403820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pt-BR" sz="1200" dirty="0">
                          <a:solidFill>
                            <a:srgbClr val="3A446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Item 1</a:t>
                      </a:r>
                      <a:endParaRPr lang="pt-BR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t">
                    <a:lnL w="12700" cap="flat" cmpd="sng" algn="ctr">
                      <a:solidFill>
                        <a:srgbClr val="C0C1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D2C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pt-BR" sz="1200" dirty="0">
                          <a:solidFill>
                            <a:srgbClr val="3A446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Descreva a situação em uma linha</a:t>
                      </a:r>
                      <a:endParaRPr lang="pt-BR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t">
                    <a:lnL w="12700" cap="flat" cmpd="sng" algn="ctr">
                      <a:solidFill>
                        <a:srgbClr val="C8C8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D2C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pt-BR" sz="1200" dirty="0">
                          <a:solidFill>
                            <a:srgbClr val="3A446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 efeito ou o número</a:t>
                      </a:r>
                      <a:endParaRPr lang="pt-BR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t">
                    <a:lnL w="12700" cap="flat" cmpd="sng" algn="ctr">
                      <a:solidFill>
                        <a:srgbClr val="C8C8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D2C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D"/>
                    </a:solidFill>
                  </a:tcPr>
                </a:tc>
              </a:tr>
              <a:tr h="403820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pt-BR" sz="1200" dirty="0">
                          <a:solidFill>
                            <a:srgbClr val="3A446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Item 2</a:t>
                      </a:r>
                      <a:endParaRPr lang="pt-BR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t">
                    <a:lnL w="12700" cap="flat" cmpd="sng" algn="ctr">
                      <a:solidFill>
                        <a:srgbClr val="C0C1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9BC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9BC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pt-BR" sz="1200" dirty="0">
                          <a:solidFill>
                            <a:srgbClr val="3A446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Descreva a situação em uma linha</a:t>
                      </a:r>
                      <a:endParaRPr lang="pt-BR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t">
                    <a:lnL w="12700" cap="flat" cmpd="sng" algn="ctr">
                      <a:solidFill>
                        <a:srgbClr val="B9BC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9BC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9BC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pt-BR" sz="1200" dirty="0">
                          <a:solidFill>
                            <a:srgbClr val="3A446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 efeito ou o número</a:t>
                      </a:r>
                      <a:endParaRPr lang="pt-BR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t">
                    <a:lnL w="12700" cap="flat" cmpd="sng" algn="ctr">
                      <a:solidFill>
                        <a:srgbClr val="B9BC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9BC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9BC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4"/>
                    </a:solidFill>
                  </a:tcPr>
                </a:tc>
              </a:tr>
              <a:tr h="403820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pt-BR" sz="1200" dirty="0">
                          <a:solidFill>
                            <a:srgbClr val="3A446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Item 3</a:t>
                      </a:r>
                      <a:endParaRPr lang="pt-BR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t">
                    <a:lnL w="12700" cap="flat" cmpd="sng" algn="ctr">
                      <a:solidFill>
                        <a:srgbClr val="C0C1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9BC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pt-BR" sz="1200" dirty="0">
                          <a:solidFill>
                            <a:srgbClr val="3A446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Descreva a situação em uma linha</a:t>
                      </a:r>
                      <a:endParaRPr lang="pt-BR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t">
                    <a:lnL w="12700" cap="flat" cmpd="sng" algn="ctr">
                      <a:solidFill>
                        <a:srgbClr val="C8C8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9BC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pt-BR" sz="1200" dirty="0">
                          <a:solidFill>
                            <a:srgbClr val="3A446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 efeito ou o número</a:t>
                      </a:r>
                      <a:endParaRPr lang="pt-BR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t">
                    <a:lnL w="12700" cap="flat" cmpd="sng" algn="ctr">
                      <a:solidFill>
                        <a:srgbClr val="C8C8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9BC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D"/>
                    </a:solidFill>
                  </a:tcPr>
                </a:tc>
              </a:tr>
              <a:tr h="403820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pt-BR" sz="1200" dirty="0">
                          <a:solidFill>
                            <a:srgbClr val="3A446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Item 4</a:t>
                      </a:r>
                      <a:endParaRPr lang="pt-BR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t">
                    <a:lnL w="12700" cap="flat" cmpd="sng" algn="ctr">
                      <a:solidFill>
                        <a:srgbClr val="C0C1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9BC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9BC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pt-BR" sz="1200" dirty="0">
                          <a:solidFill>
                            <a:srgbClr val="3A446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Descreva a situação em uma linha</a:t>
                      </a:r>
                      <a:endParaRPr lang="pt-BR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t">
                    <a:lnL w="12700" cap="flat" cmpd="sng" algn="ctr">
                      <a:solidFill>
                        <a:srgbClr val="B9BC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9BC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9BC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pt-BR" sz="1200" dirty="0">
                          <a:solidFill>
                            <a:srgbClr val="3A446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 efeito ou o número</a:t>
                      </a:r>
                      <a:endParaRPr lang="pt-BR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t">
                    <a:lnL w="12700" cap="flat" cmpd="sng" algn="ctr">
                      <a:solidFill>
                        <a:srgbClr val="B9BC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9BC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9BC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4"/>
                    </a:solidFill>
                  </a:tcPr>
                </a:tc>
              </a:tr>
              <a:tr h="403820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pt-BR" sz="1200" dirty="0">
                          <a:solidFill>
                            <a:srgbClr val="3A446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Item 5</a:t>
                      </a:r>
                      <a:endParaRPr lang="pt-BR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t">
                    <a:lnL w="12700" cap="flat" cmpd="sng" algn="ctr">
                      <a:solidFill>
                        <a:srgbClr val="C0C1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9BC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pt-BR" sz="1200" dirty="0">
                          <a:solidFill>
                            <a:srgbClr val="3A446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Descreva a situação em uma linha</a:t>
                      </a:r>
                      <a:endParaRPr lang="pt-BR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t">
                    <a:lnL w="12700" cap="flat" cmpd="sng" algn="ctr">
                      <a:solidFill>
                        <a:srgbClr val="C8C8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9BC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pt-BR" sz="1200" dirty="0">
                          <a:solidFill>
                            <a:srgbClr val="3A446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 efeito ou o número</a:t>
                      </a:r>
                      <a:endParaRPr lang="pt-BR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t">
                    <a:lnL w="12700" cap="flat" cmpd="sng" algn="ctr">
                      <a:solidFill>
                        <a:srgbClr val="C8C8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9BC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D"/>
                    </a:solidFill>
                  </a:tcPr>
                </a:tc>
              </a:tr>
              <a:tr h="403820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pt-BR" sz="1200" dirty="0">
                          <a:solidFill>
                            <a:srgbClr val="3A446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Item 6</a:t>
                      </a:r>
                      <a:endParaRPr lang="pt-BR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t">
                    <a:lnL w="12700" cap="flat" cmpd="sng" algn="ctr">
                      <a:solidFill>
                        <a:srgbClr val="C0C1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9BC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9BC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pt-BR" sz="1200" dirty="0">
                          <a:solidFill>
                            <a:srgbClr val="3A446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Descreva a situação em uma linha</a:t>
                      </a:r>
                      <a:endParaRPr lang="pt-BR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t">
                    <a:lnL w="12700" cap="flat" cmpd="sng" algn="ctr">
                      <a:solidFill>
                        <a:srgbClr val="B9BC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9BC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9BC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pt-BR" sz="1200" dirty="0">
                          <a:solidFill>
                            <a:srgbClr val="3A446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 efeito ou o número</a:t>
                      </a:r>
                      <a:endParaRPr lang="pt-BR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t">
                    <a:lnL w="12700" cap="flat" cmpd="sng" algn="ctr">
                      <a:solidFill>
                        <a:srgbClr val="B9BC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9BC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9BC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4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12800" y="562868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pt-BR" sz="1200" dirty="0">
                <a:solidFill>
                  <a:srgbClr val="5A6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Fonte: de onde vêm os dados e a data da consulta.</a:t>
            </a:r>
            <a:endParaRPr lang="pt-BR" sz="1200" dirty="0"/>
          </a:p>
        </p:txBody>
      </p:sp>
      <p:sp>
        <p:nvSpPr>
          <p:cNvPr id="7" name="Text 4"/>
          <p:cNvSpPr/>
          <p:nvPr/>
        </p:nvSpPr>
        <p:spPr>
          <a:xfrm>
            <a:off x="812800" y="6238280"/>
            <a:ext cx="321111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pt-BR" sz="1200" dirty="0">
                <a:solidFill>
                  <a:srgbClr val="5A6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Lube Distribuidora · Nome da apresentação</a:t>
            </a:r>
            <a:endParaRPr lang="pt-BR" sz="1200" dirty="0"/>
          </a:p>
        </p:txBody>
      </p:sp>
      <p:sp>
        <p:nvSpPr>
          <p:cNvPr id="8" name="Text 5"/>
          <p:cNvSpPr/>
          <p:nvPr/>
        </p:nvSpPr>
        <p:spPr>
          <a:xfrm>
            <a:off x="11145441" y="6238280"/>
            <a:ext cx="23375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pt-BR" sz="1200" dirty="0">
                <a:solidFill>
                  <a:srgbClr val="5A6488"/>
                </a:solidFill>
                <a:latin typeface="Arial" pitchFamily="49" charset="0"/>
                <a:ea typeface="Arial" pitchFamily="49" charset="-122"/>
                <a:cs typeface="Arial" pitchFamily="49" charset="-120"/>
              </a:rPr>
              <a:t>04</a:t>
            </a:r>
            <a:endParaRPr lang="pt-BR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2B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FF2B2F"/>
              </a:gs>
              <a:gs pos="50000">
                <a:srgbClr val="EF1F2A"/>
              </a:gs>
              <a:gs pos="100000">
                <a:srgbClr val="C90C23"/>
              </a:gs>
            </a:gsLst>
            <a:lin ang="4200000" scaled="0"/>
          </a:gra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8022946" y="0"/>
            <a:ext cx="3956608" cy="6858000"/>
          </a:xfrm>
          <a:prstGeom prst="rect">
            <a:avLst/>
          </a:prstGeom>
          <a:solidFill>
            <a:srgbClr val="040F45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9483446" y="0"/>
            <a:ext cx="4401108" cy="6858000"/>
          </a:xfrm>
          <a:prstGeom prst="rect">
            <a:avLst/>
          </a:prstGeom>
          <a:gradFill rotWithShape="1">
            <a:gsLst>
              <a:gs pos="0">
                <a:srgbClr val="0A5CFF"/>
              </a:gs>
              <a:gs pos="40000">
                <a:srgbClr val="0C45D8"/>
              </a:gs>
              <a:gs pos="100000">
                <a:srgbClr val="0E31A6"/>
              </a:gs>
            </a:gsLst>
            <a:lin ang="0" scaled="0"/>
          </a:gra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98933" y="1952030"/>
            <a:ext cx="383335" cy="76200"/>
          </a:xfrm>
          <a:prstGeom prst="rect">
            <a:avLst/>
          </a:prstGeom>
          <a:solidFill>
            <a:srgbClr val="FFFBFB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270000" y="1883470"/>
            <a:ext cx="112918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pt-BR" sz="1200" b="1" spc="200" kern="0" dirty="0">
                <a:solidFill>
                  <a:srgbClr val="FFFB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SEÇÃO 02</a:t>
            </a:r>
            <a:endParaRPr lang="pt-BR" sz="1200" dirty="0"/>
          </a:p>
        </p:txBody>
      </p:sp>
      <p:sp>
        <p:nvSpPr>
          <p:cNvPr id="7" name="Text 5"/>
          <p:cNvSpPr/>
          <p:nvPr>
            <p:ph type="title"/>
          </p:nvPr>
        </p:nvSpPr>
        <p:spPr>
          <a:xfrm>
            <a:off x="812800" y="2350790"/>
            <a:ext cx="7717790" cy="1602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140"/>
              </a:lnSpc>
              <a:buNone/>
            </a:pPr>
            <a:r>
              <a:rPr lang="pt-BR" sz="3600" b="1" i="0" spc="-50" kern="0" dirty="0">
                <a:solidFill>
                  <a:srgbClr val="FFFB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frase forte que abre uma nova parte da apresentação.</a:t>
            </a:r>
            <a:endParaRPr lang="pt-BR" sz="3600" dirty="0"/>
          </a:p>
        </p:txBody>
      </p:sp>
      <p:sp>
        <p:nvSpPr>
          <p:cNvPr id="8" name="Text 6"/>
          <p:cNvSpPr/>
          <p:nvPr/>
        </p:nvSpPr>
        <p:spPr>
          <a:xfrm>
            <a:off x="812800" y="4182070"/>
            <a:ext cx="7325360" cy="6145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20"/>
              </a:lnSpc>
              <a:buNone/>
            </a:pPr>
            <a:r>
              <a:rPr lang="pt-BR" sz="1600" dirty="0">
                <a:solidFill>
                  <a:srgbClr val="FFFB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linha de apoio para a seção: o que vem a seguir e por quê.</a:t>
            </a:r>
            <a:endParaRPr lang="pt-BR" sz="1600" dirty="0"/>
          </a:p>
        </p:txBody>
      </p:sp>
      <p:sp>
        <p:nvSpPr>
          <p:cNvPr id="9" name="Text 7"/>
          <p:cNvSpPr/>
          <p:nvPr/>
        </p:nvSpPr>
        <p:spPr>
          <a:xfrm>
            <a:off x="812800" y="6238280"/>
            <a:ext cx="321111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pt-BR" sz="1200" dirty="0">
                <a:solidFill>
                  <a:srgbClr val="FFFB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Lube Distribuidora · Nome da apresentação</a:t>
            </a:r>
            <a:endParaRPr lang="pt-BR" sz="1200" dirty="0"/>
          </a:p>
        </p:txBody>
      </p:sp>
      <p:sp>
        <p:nvSpPr>
          <p:cNvPr id="10" name="Text 8"/>
          <p:cNvSpPr/>
          <p:nvPr/>
        </p:nvSpPr>
        <p:spPr>
          <a:xfrm>
            <a:off x="11145441" y="6238280"/>
            <a:ext cx="23375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pt-BR" sz="1200" dirty="0">
                <a:solidFill>
                  <a:srgbClr val="FFFBFB"/>
                </a:solidFill>
                <a:latin typeface="Arial" pitchFamily="49" charset="0"/>
                <a:ea typeface="Arial" pitchFamily="49" charset="-122"/>
                <a:cs typeface="Arial" pitchFamily="49" charset="-120"/>
              </a:rPr>
              <a:t>05</a:t>
            </a:r>
            <a:endParaRPr lang="pt-BR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03301" y="881360"/>
            <a:ext cx="374599" cy="76200"/>
          </a:xfrm>
          <a:prstGeom prst="rect">
            <a:avLst/>
          </a:prstGeom>
          <a:solidFill>
            <a:srgbClr val="E5101F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70000" y="812800"/>
            <a:ext cx="123967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pt-BR" sz="1200" b="1" spc="200" kern="0" dirty="0">
                <a:solidFill>
                  <a:srgbClr val="FF5A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MÉTODO</a:t>
            </a:r>
            <a:endParaRPr lang="pt-BR" sz="1200" dirty="0"/>
          </a:p>
        </p:txBody>
      </p:sp>
      <p:sp>
        <p:nvSpPr>
          <p:cNvPr id="4" name="Text 2"/>
          <p:cNvSpPr/>
          <p:nvPr>
            <p:ph type="title"/>
          </p:nvPr>
        </p:nvSpPr>
        <p:spPr>
          <a:xfrm>
            <a:off x="812800" y="1178520"/>
            <a:ext cx="10883392" cy="528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60"/>
              </a:lnSpc>
              <a:buNone/>
            </a:pPr>
            <a:r>
              <a:rPr lang="pt-BR" sz="3600" b="1" i="0" spc="-50" kern="0" dirty="0">
                <a:solidFill>
                  <a:srgbClr val="F5F7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a passo em quatro etapas</a:t>
            </a:r>
            <a:endParaRPr lang="pt-BR" sz="3600" dirty="0"/>
          </a:p>
        </p:txBody>
      </p:sp>
      <p:sp>
        <p:nvSpPr>
          <p:cNvPr id="5" name="Text 3"/>
          <p:cNvSpPr/>
          <p:nvPr/>
        </p:nvSpPr>
        <p:spPr>
          <a:xfrm>
            <a:off x="812800" y="1833761"/>
            <a:ext cx="10883392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20"/>
              </a:lnSpc>
              <a:buNone/>
            </a:pPr>
            <a:r>
              <a:rPr lang="pt-BR" sz="1600" dirty="0">
                <a:solidFill>
                  <a:srgbClr val="C3C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linha que resume o caminho inteiro.</a:t>
            </a:r>
            <a:endParaRPr lang="pt-BR" sz="1600" dirty="0"/>
          </a:p>
        </p:txBody>
      </p:sp>
      <p:sp>
        <p:nvSpPr>
          <p:cNvPr id="6" name="Shape 4"/>
          <p:cNvSpPr/>
          <p:nvPr/>
        </p:nvSpPr>
        <p:spPr>
          <a:xfrm>
            <a:off x="815975" y="3328194"/>
            <a:ext cx="2482850" cy="2510631"/>
          </a:xfrm>
          <a:prstGeom prst="roundRect">
            <a:avLst>
              <a:gd name="adj" fmla="val 4987"/>
            </a:avLst>
          </a:prstGeom>
          <a:solidFill>
            <a:srgbClr val="0B2180"/>
          </a:solidFill>
          <a:ln w="6350">
            <a:solidFill>
              <a:srgbClr val="2549C9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047750" y="3585369"/>
            <a:ext cx="2079879" cy="416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80"/>
              </a:lnSpc>
              <a:buNone/>
            </a:pPr>
            <a:r>
              <a:rPr lang="pt-BR" sz="2200" b="1" dirty="0">
                <a:solidFill>
                  <a:srgbClr val="FF5A64"/>
                </a:solidFill>
                <a:latin typeface="Arial" pitchFamily="49" charset="0"/>
                <a:ea typeface="Arial" pitchFamily="49" charset="-122"/>
                <a:cs typeface="Arial" pitchFamily="49" charset="-120"/>
              </a:rPr>
              <a:t>01</a:t>
            </a:r>
            <a:endParaRPr lang="pt-BR" sz="2200" dirty="0"/>
          </a:p>
        </p:txBody>
      </p:sp>
      <p:sp>
        <p:nvSpPr>
          <p:cNvPr id="8" name="Text 6"/>
          <p:cNvSpPr/>
          <p:nvPr/>
        </p:nvSpPr>
        <p:spPr>
          <a:xfrm>
            <a:off x="1047750" y="4078089"/>
            <a:ext cx="2079879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pt-BR" sz="1600" b="1" dirty="0">
                <a:solidFill>
                  <a:srgbClr val="F5F7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Primeira etapa</a:t>
            </a:r>
            <a:endParaRPr lang="pt-BR" sz="1600" dirty="0"/>
          </a:p>
        </p:txBody>
      </p:sp>
      <p:sp>
        <p:nvSpPr>
          <p:cNvPr id="9" name="Text 7"/>
          <p:cNvSpPr/>
          <p:nvPr/>
        </p:nvSpPr>
        <p:spPr>
          <a:xfrm>
            <a:off x="1047750" y="4423470"/>
            <a:ext cx="2079879" cy="939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pt-BR" sz="1200" dirty="0">
                <a:solidFill>
                  <a:srgbClr val="C3C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acontece nesta etapa, em uma ou duas linhas.</a:t>
            </a:r>
            <a:endParaRPr lang="pt-BR" sz="1200" dirty="0"/>
          </a:p>
        </p:txBody>
      </p:sp>
      <p:sp>
        <p:nvSpPr>
          <p:cNvPr id="10" name="Shape 8"/>
          <p:cNvSpPr/>
          <p:nvPr/>
        </p:nvSpPr>
        <p:spPr>
          <a:xfrm>
            <a:off x="3508375" y="3328194"/>
            <a:ext cx="2482850" cy="2510631"/>
          </a:xfrm>
          <a:prstGeom prst="roundRect">
            <a:avLst>
              <a:gd name="adj" fmla="val 4987"/>
            </a:avLst>
          </a:prstGeom>
          <a:solidFill>
            <a:srgbClr val="0B2180"/>
          </a:solidFill>
          <a:ln w="6350">
            <a:solidFill>
              <a:srgbClr val="2549C9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3740150" y="3585369"/>
            <a:ext cx="2079879" cy="416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80"/>
              </a:lnSpc>
              <a:buNone/>
            </a:pPr>
            <a:r>
              <a:rPr lang="pt-BR" sz="2200" b="1" dirty="0">
                <a:solidFill>
                  <a:srgbClr val="FF5A64"/>
                </a:solidFill>
                <a:latin typeface="Arial" pitchFamily="49" charset="0"/>
                <a:ea typeface="Arial" pitchFamily="49" charset="-122"/>
                <a:cs typeface="Arial" pitchFamily="49" charset="-120"/>
              </a:rPr>
              <a:t>02</a:t>
            </a:r>
            <a:endParaRPr lang="pt-BR" sz="2200" dirty="0"/>
          </a:p>
        </p:txBody>
      </p:sp>
      <p:sp>
        <p:nvSpPr>
          <p:cNvPr id="12" name="Text 10"/>
          <p:cNvSpPr/>
          <p:nvPr/>
        </p:nvSpPr>
        <p:spPr>
          <a:xfrm>
            <a:off x="3740150" y="4078089"/>
            <a:ext cx="2079879" cy="5129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pt-BR" sz="1600" b="1" dirty="0">
                <a:solidFill>
                  <a:srgbClr val="F5F7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Segunda etapa</a:t>
            </a:r>
            <a:endParaRPr lang="pt-BR" sz="1600" dirty="0"/>
          </a:p>
        </p:txBody>
      </p:sp>
      <p:sp>
        <p:nvSpPr>
          <p:cNvPr id="13" name="Text 11"/>
          <p:cNvSpPr/>
          <p:nvPr/>
        </p:nvSpPr>
        <p:spPr>
          <a:xfrm>
            <a:off x="3740150" y="4667250"/>
            <a:ext cx="2079879" cy="939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pt-BR" sz="1200" dirty="0">
                <a:solidFill>
                  <a:srgbClr val="C3C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acontece nesta etapa, em uma ou duas linhas.</a:t>
            </a:r>
            <a:endParaRPr lang="pt-BR" sz="1200" dirty="0"/>
          </a:p>
        </p:txBody>
      </p:sp>
      <p:sp>
        <p:nvSpPr>
          <p:cNvPr id="14" name="Shape 12"/>
          <p:cNvSpPr/>
          <p:nvPr/>
        </p:nvSpPr>
        <p:spPr>
          <a:xfrm>
            <a:off x="6200775" y="3328194"/>
            <a:ext cx="2482850" cy="2510631"/>
          </a:xfrm>
          <a:prstGeom prst="roundRect">
            <a:avLst>
              <a:gd name="adj" fmla="val 4987"/>
            </a:avLst>
          </a:prstGeom>
          <a:solidFill>
            <a:srgbClr val="0B2180"/>
          </a:solidFill>
          <a:ln w="6350">
            <a:solidFill>
              <a:srgbClr val="2549C9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432550" y="3585369"/>
            <a:ext cx="2079879" cy="416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80"/>
              </a:lnSpc>
              <a:buNone/>
            </a:pPr>
            <a:r>
              <a:rPr lang="pt-BR" sz="2200" b="1" dirty="0">
                <a:solidFill>
                  <a:srgbClr val="FF5A64"/>
                </a:solidFill>
                <a:latin typeface="Arial" pitchFamily="49" charset="0"/>
                <a:ea typeface="Arial" pitchFamily="49" charset="-122"/>
                <a:cs typeface="Arial" pitchFamily="49" charset="-120"/>
              </a:rPr>
              <a:t>03</a:t>
            </a:r>
            <a:endParaRPr lang="pt-BR" sz="2200" dirty="0"/>
          </a:p>
        </p:txBody>
      </p:sp>
      <p:sp>
        <p:nvSpPr>
          <p:cNvPr id="16" name="Text 14"/>
          <p:cNvSpPr/>
          <p:nvPr/>
        </p:nvSpPr>
        <p:spPr>
          <a:xfrm>
            <a:off x="6432550" y="4078089"/>
            <a:ext cx="2079879" cy="5129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pt-BR" sz="1600" b="1" dirty="0">
                <a:solidFill>
                  <a:srgbClr val="F5F7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Terceira etapa</a:t>
            </a:r>
            <a:endParaRPr lang="pt-BR" sz="1600" dirty="0"/>
          </a:p>
        </p:txBody>
      </p:sp>
      <p:sp>
        <p:nvSpPr>
          <p:cNvPr id="17" name="Text 15"/>
          <p:cNvSpPr/>
          <p:nvPr/>
        </p:nvSpPr>
        <p:spPr>
          <a:xfrm>
            <a:off x="6432550" y="4667250"/>
            <a:ext cx="2079879" cy="939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pt-BR" sz="1200" dirty="0">
                <a:solidFill>
                  <a:srgbClr val="C3C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acontece nesta etapa, em uma ou duas linhas.</a:t>
            </a:r>
            <a:endParaRPr lang="pt-BR" sz="1200" dirty="0"/>
          </a:p>
        </p:txBody>
      </p:sp>
      <p:sp>
        <p:nvSpPr>
          <p:cNvPr id="18" name="Shape 16"/>
          <p:cNvSpPr/>
          <p:nvPr/>
        </p:nvSpPr>
        <p:spPr>
          <a:xfrm>
            <a:off x="8893175" y="3328194"/>
            <a:ext cx="2482850" cy="2510631"/>
          </a:xfrm>
          <a:prstGeom prst="roundRect">
            <a:avLst>
              <a:gd name="adj" fmla="val 4987"/>
            </a:avLst>
          </a:prstGeom>
          <a:solidFill>
            <a:srgbClr val="0B2180"/>
          </a:solidFill>
          <a:ln w="6350">
            <a:solidFill>
              <a:srgbClr val="2549C9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9124950" y="3585369"/>
            <a:ext cx="2079879" cy="416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80"/>
              </a:lnSpc>
              <a:buNone/>
            </a:pPr>
            <a:r>
              <a:rPr lang="pt-BR" sz="2200" b="1" dirty="0">
                <a:solidFill>
                  <a:srgbClr val="FF5A64"/>
                </a:solidFill>
                <a:latin typeface="Arial" pitchFamily="49" charset="0"/>
                <a:ea typeface="Arial" pitchFamily="49" charset="-122"/>
                <a:cs typeface="Arial" pitchFamily="49" charset="-120"/>
              </a:rPr>
              <a:t>04</a:t>
            </a:r>
            <a:endParaRPr lang="pt-BR" sz="2200" dirty="0"/>
          </a:p>
        </p:txBody>
      </p:sp>
      <p:sp>
        <p:nvSpPr>
          <p:cNvPr id="20" name="Text 18"/>
          <p:cNvSpPr/>
          <p:nvPr/>
        </p:nvSpPr>
        <p:spPr>
          <a:xfrm>
            <a:off x="9124950" y="4078089"/>
            <a:ext cx="2079879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pt-BR" sz="1600" b="1" dirty="0">
                <a:solidFill>
                  <a:srgbClr val="F5F7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Quarta etapa</a:t>
            </a:r>
            <a:endParaRPr lang="pt-BR" sz="1600" dirty="0"/>
          </a:p>
        </p:txBody>
      </p:sp>
      <p:sp>
        <p:nvSpPr>
          <p:cNvPr id="21" name="Text 19"/>
          <p:cNvSpPr/>
          <p:nvPr/>
        </p:nvSpPr>
        <p:spPr>
          <a:xfrm>
            <a:off x="9124950" y="4423470"/>
            <a:ext cx="2079879" cy="1168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pt-BR" sz="1200" dirty="0">
                <a:solidFill>
                  <a:srgbClr val="C3C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acontece nesta etapa, em uma ou duas linhas.</a:t>
            </a:r>
            <a:endParaRPr lang="pt-BR" sz="1200" dirty="0"/>
          </a:p>
        </p:txBody>
      </p:sp>
      <p:sp>
        <p:nvSpPr>
          <p:cNvPr id="22" name="Text 20"/>
          <p:cNvSpPr/>
          <p:nvPr/>
        </p:nvSpPr>
        <p:spPr>
          <a:xfrm>
            <a:off x="812800" y="6238280"/>
            <a:ext cx="321111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pt-BR" sz="1200" dirty="0">
                <a:solidFill>
                  <a:srgbClr val="8A9B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Lube Distribuidora · Nome da apresentação</a:t>
            </a:r>
            <a:endParaRPr lang="pt-BR" sz="1200" dirty="0"/>
          </a:p>
        </p:txBody>
      </p:sp>
      <p:sp>
        <p:nvSpPr>
          <p:cNvPr id="23" name="Text 21"/>
          <p:cNvSpPr/>
          <p:nvPr/>
        </p:nvSpPr>
        <p:spPr>
          <a:xfrm>
            <a:off x="11145441" y="6238280"/>
            <a:ext cx="23375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pt-BR" sz="1200" dirty="0">
                <a:solidFill>
                  <a:srgbClr val="8A9BD6"/>
                </a:solidFill>
                <a:latin typeface="Arial" pitchFamily="49" charset="0"/>
                <a:ea typeface="Arial" pitchFamily="49" charset="-122"/>
                <a:cs typeface="Arial" pitchFamily="49" charset="-120"/>
              </a:rPr>
              <a:t>06</a:t>
            </a:r>
            <a:endParaRPr lang="pt-BR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03301" y="881360"/>
            <a:ext cx="374599" cy="76200"/>
          </a:xfrm>
          <a:prstGeom prst="rect">
            <a:avLst/>
          </a:prstGeom>
          <a:solidFill>
            <a:srgbClr val="E5101F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70000" y="812800"/>
            <a:ext cx="190571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pt-BR" sz="1200" b="1" spc="200" kern="0" dirty="0">
                <a:solidFill>
                  <a:srgbClr val="FF5A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CAMINHO</a:t>
            </a:r>
            <a:endParaRPr lang="pt-BR" sz="1200" dirty="0"/>
          </a:p>
        </p:txBody>
      </p:sp>
      <p:sp>
        <p:nvSpPr>
          <p:cNvPr id="4" name="Text 2"/>
          <p:cNvSpPr/>
          <p:nvPr>
            <p:ph type="title"/>
          </p:nvPr>
        </p:nvSpPr>
        <p:spPr>
          <a:xfrm>
            <a:off x="812800" y="1178520"/>
            <a:ext cx="10883392" cy="528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60"/>
              </a:lnSpc>
              <a:buNone/>
            </a:pPr>
            <a:r>
              <a:rPr lang="pt-BR" sz="3600" b="1" i="0" spc="-50" kern="0" dirty="0">
                <a:solidFill>
                  <a:srgbClr val="F5F7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começo ao fim, em cinco passos</a:t>
            </a:r>
            <a:endParaRPr lang="pt-BR" sz="3600" dirty="0"/>
          </a:p>
        </p:txBody>
      </p:sp>
      <p:sp>
        <p:nvSpPr>
          <p:cNvPr id="5" name="Shape 3"/>
          <p:cNvSpPr/>
          <p:nvPr/>
        </p:nvSpPr>
        <p:spPr>
          <a:xfrm>
            <a:off x="815975" y="2234605"/>
            <a:ext cx="1697930" cy="2373511"/>
          </a:xfrm>
          <a:prstGeom prst="roundRect">
            <a:avLst>
              <a:gd name="adj" fmla="val 7293"/>
            </a:avLst>
          </a:prstGeom>
          <a:solidFill>
            <a:srgbClr val="0B2180"/>
          </a:solidFill>
          <a:ln w="6350">
            <a:solidFill>
              <a:srgbClr val="2549C9"/>
            </a:solidFill>
            <a:prstDash val="solid"/>
          </a:ln>
        </p:spPr>
        <p:txBody>
          <a:bodyPr/>
          <a:p/>
        </p:txBody>
      </p:sp>
      <p:pic>
        <p:nvPicPr>
          <p:cNvPr id="6" name="Image 0" descr="Database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58850" y="2466380"/>
            <a:ext cx="304800" cy="30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58850" y="2872780"/>
            <a:ext cx="1462980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pt-BR" sz="1600" b="1" dirty="0">
                <a:solidFill>
                  <a:srgbClr val="F5F7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Origem</a:t>
            </a:r>
            <a:endParaRPr lang="pt-BR" sz="1600" dirty="0"/>
          </a:p>
        </p:txBody>
      </p:sp>
      <p:sp>
        <p:nvSpPr>
          <p:cNvPr id="8" name="Text 5"/>
          <p:cNvSpPr/>
          <p:nvPr/>
        </p:nvSpPr>
        <p:spPr>
          <a:xfrm>
            <a:off x="958850" y="3218160"/>
            <a:ext cx="146298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pt-BR" sz="1200" dirty="0">
                <a:solidFill>
                  <a:srgbClr val="C3C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onde tudo começa.</a:t>
            </a:r>
            <a:endParaRPr lang="pt-BR" sz="1200" dirty="0"/>
          </a:p>
        </p:txBody>
      </p:sp>
      <p:pic>
        <p:nvPicPr>
          <p:cNvPr id="9" name="Image 1" descr="arrow-right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618680" y="3345160"/>
            <a:ext cx="304800" cy="152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3028255" y="2234605"/>
            <a:ext cx="1698030" cy="2373511"/>
          </a:xfrm>
          <a:prstGeom prst="roundRect">
            <a:avLst>
              <a:gd name="adj" fmla="val 7292"/>
            </a:avLst>
          </a:prstGeom>
          <a:solidFill>
            <a:srgbClr val="0B2180"/>
          </a:solidFill>
          <a:ln w="6350">
            <a:solidFill>
              <a:srgbClr val="2549C9"/>
            </a:solidFill>
            <a:prstDash val="solid"/>
          </a:ln>
        </p:spPr>
        <p:txBody>
          <a:bodyPr/>
          <a:p/>
        </p:txBody>
      </p:sp>
      <p:pic>
        <p:nvPicPr>
          <p:cNvPr id="11" name="Image 2" descr="Code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3171130" y="2466380"/>
            <a:ext cx="304800" cy="30480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3171130" y="2872780"/>
            <a:ext cx="1463080" cy="5129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pt-BR" sz="1600" b="1" dirty="0">
                <a:solidFill>
                  <a:srgbClr val="F5F7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2</a:t>
            </a:r>
            <a:endParaRPr lang="pt-BR" sz="1600" dirty="0"/>
          </a:p>
        </p:txBody>
      </p:sp>
      <p:sp>
        <p:nvSpPr>
          <p:cNvPr id="13" name="Text 8"/>
          <p:cNvSpPr/>
          <p:nvPr/>
        </p:nvSpPr>
        <p:spPr>
          <a:xfrm>
            <a:off x="3171130" y="3461941"/>
            <a:ext cx="1463080" cy="939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pt-BR" sz="1200" dirty="0">
                <a:solidFill>
                  <a:srgbClr val="C3C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acontece aqui.</a:t>
            </a:r>
            <a:endParaRPr lang="pt-BR" sz="1200" dirty="0"/>
          </a:p>
        </p:txBody>
      </p:sp>
      <p:pic>
        <p:nvPicPr>
          <p:cNvPr id="14" name="Image 3" descr="arrow-right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831060" y="3345160"/>
            <a:ext cx="304800" cy="152400"/>
          </a:xfrm>
          <a:prstGeom prst="rect">
            <a:avLst/>
          </a:prstGeom>
        </p:spPr>
      </p:pic>
      <p:sp>
        <p:nvSpPr>
          <p:cNvPr id="15" name="Shape 9"/>
          <p:cNvSpPr/>
          <p:nvPr/>
        </p:nvSpPr>
        <p:spPr>
          <a:xfrm>
            <a:off x="5240635" y="2234605"/>
            <a:ext cx="1697930" cy="2373511"/>
          </a:xfrm>
          <a:prstGeom prst="roundRect">
            <a:avLst>
              <a:gd name="adj" fmla="val 7293"/>
            </a:avLst>
          </a:prstGeom>
          <a:solidFill>
            <a:srgbClr val="0B2180"/>
          </a:solidFill>
          <a:ln w="6350">
            <a:solidFill>
              <a:srgbClr val="2549C9"/>
            </a:solidFill>
            <a:prstDash val="solid"/>
          </a:ln>
        </p:spPr>
        <p:txBody>
          <a:bodyPr/>
          <a:p/>
        </p:txBody>
      </p:sp>
      <p:pic>
        <p:nvPicPr>
          <p:cNvPr id="16" name="Image 4" descr="Cloud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5383510" y="2466380"/>
            <a:ext cx="304800" cy="304800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5383510" y="2872780"/>
            <a:ext cx="1462980" cy="5129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pt-BR" sz="1600" b="1" dirty="0">
                <a:solidFill>
                  <a:srgbClr val="F5F7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3</a:t>
            </a:r>
            <a:endParaRPr lang="pt-BR" sz="1600" dirty="0"/>
          </a:p>
        </p:txBody>
      </p:sp>
      <p:sp>
        <p:nvSpPr>
          <p:cNvPr id="18" name="Text 11"/>
          <p:cNvSpPr/>
          <p:nvPr/>
        </p:nvSpPr>
        <p:spPr>
          <a:xfrm>
            <a:off x="5383510" y="3461941"/>
            <a:ext cx="146298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pt-BR" sz="1200" dirty="0">
                <a:solidFill>
                  <a:srgbClr val="C3C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acontece aqui.</a:t>
            </a:r>
            <a:endParaRPr lang="pt-BR" sz="1200" dirty="0"/>
          </a:p>
        </p:txBody>
      </p:sp>
      <p:pic>
        <p:nvPicPr>
          <p:cNvPr id="19" name="Image 5" descr="arrow-right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7043341" y="3345160"/>
            <a:ext cx="304800" cy="152400"/>
          </a:xfrm>
          <a:prstGeom prst="rect">
            <a:avLst/>
          </a:prstGeom>
        </p:spPr>
      </p:pic>
      <p:sp>
        <p:nvSpPr>
          <p:cNvPr id="20" name="Shape 12"/>
          <p:cNvSpPr/>
          <p:nvPr/>
        </p:nvSpPr>
        <p:spPr>
          <a:xfrm>
            <a:off x="7452916" y="2234605"/>
            <a:ext cx="1698030" cy="2373511"/>
          </a:xfrm>
          <a:prstGeom prst="roundRect">
            <a:avLst>
              <a:gd name="adj" fmla="val 7292"/>
            </a:avLst>
          </a:prstGeom>
          <a:solidFill>
            <a:srgbClr val="0B2180"/>
          </a:solidFill>
          <a:ln w="6350">
            <a:solidFill>
              <a:srgbClr val="2549C9"/>
            </a:solidFill>
            <a:prstDash val="solid"/>
          </a:ln>
        </p:spPr>
        <p:txBody>
          <a:bodyPr/>
          <a:p/>
        </p:txBody>
      </p:sp>
      <p:pic>
        <p:nvPicPr>
          <p:cNvPr id="21" name="Image 6" descr="Chart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7595791" y="2466380"/>
            <a:ext cx="304800" cy="304800"/>
          </a:xfrm>
          <a:prstGeom prst="rect">
            <a:avLst/>
          </a:prstGeom>
        </p:spPr>
      </p:pic>
      <p:sp>
        <p:nvSpPr>
          <p:cNvPr id="22" name="Text 13"/>
          <p:cNvSpPr/>
          <p:nvPr/>
        </p:nvSpPr>
        <p:spPr>
          <a:xfrm>
            <a:off x="7595791" y="2872780"/>
            <a:ext cx="1463080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pt-BR" sz="1600" b="1" dirty="0">
                <a:solidFill>
                  <a:srgbClr val="F5F7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4</a:t>
            </a:r>
            <a:endParaRPr lang="pt-BR" sz="1600" dirty="0"/>
          </a:p>
        </p:txBody>
      </p:sp>
      <p:sp>
        <p:nvSpPr>
          <p:cNvPr id="23" name="Text 14"/>
          <p:cNvSpPr/>
          <p:nvPr/>
        </p:nvSpPr>
        <p:spPr>
          <a:xfrm>
            <a:off x="7595791" y="3218160"/>
            <a:ext cx="146308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pt-BR" sz="1200" dirty="0">
                <a:solidFill>
                  <a:srgbClr val="C3C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acontece aqui.</a:t>
            </a:r>
            <a:endParaRPr lang="pt-BR" sz="1200" dirty="0"/>
          </a:p>
        </p:txBody>
      </p:sp>
      <p:pic>
        <p:nvPicPr>
          <p:cNvPr id="24" name="Image 7" descr="arrow-right">    </p:cNvPr>
          <p:cNvPicPr>
            <a:picLocks noChangeAspect="1"/>
          </p:cNvPicPr>
          <p:nvPr/>
        </p:nvPicPr>
        <p:blipFill>
          <a:blip r:embed="rId8"/>
          <a:srcRect l="0" r="0" t="0" b="0"/>
          <a:stretch/>
        </p:blipFill>
        <p:spPr>
          <a:xfrm>
            <a:off x="9255720" y="3345160"/>
            <a:ext cx="304800" cy="152400"/>
          </a:xfrm>
          <a:prstGeom prst="rect">
            <a:avLst/>
          </a:prstGeom>
        </p:spPr>
      </p:pic>
      <p:sp>
        <p:nvSpPr>
          <p:cNvPr id="25" name="Shape 15"/>
          <p:cNvSpPr/>
          <p:nvPr/>
        </p:nvSpPr>
        <p:spPr>
          <a:xfrm>
            <a:off x="9668470" y="2237780"/>
            <a:ext cx="1704380" cy="2367161"/>
          </a:xfrm>
          <a:prstGeom prst="roundRect">
            <a:avLst>
              <a:gd name="adj" fmla="val 7079"/>
            </a:avLst>
          </a:prstGeom>
          <a:solidFill>
            <a:srgbClr val="0B47E0"/>
          </a:solidFill>
          <a:ln w="12700">
            <a:solidFill>
              <a:srgbClr val="E5101F"/>
            </a:solidFill>
            <a:prstDash val="solid"/>
          </a:ln>
        </p:spPr>
        <p:txBody>
          <a:bodyPr/>
          <a:p/>
        </p:txBody>
      </p:sp>
      <p:pic>
        <p:nvPicPr>
          <p:cNvPr id="26" name="Image 8" descr="Lock">    </p:cNvPr>
          <p:cNvPicPr>
            <a:picLocks noChangeAspect="1"/>
          </p:cNvPicPr>
          <p:nvPr/>
        </p:nvPicPr>
        <p:blipFill>
          <a:blip r:embed="rId9"/>
          <a:srcRect l="0" r="0" t="0" b="0"/>
          <a:stretch/>
        </p:blipFill>
        <p:spPr>
          <a:xfrm>
            <a:off x="9814520" y="2472730"/>
            <a:ext cx="304800" cy="304800"/>
          </a:xfrm>
          <a:prstGeom prst="rect">
            <a:avLst/>
          </a:prstGeom>
        </p:spPr>
      </p:pic>
      <p:sp>
        <p:nvSpPr>
          <p:cNvPr id="27" name="Text 16"/>
          <p:cNvSpPr/>
          <p:nvPr/>
        </p:nvSpPr>
        <p:spPr>
          <a:xfrm>
            <a:off x="9814520" y="2879130"/>
            <a:ext cx="1463080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pt-BR" sz="1600" b="1" dirty="0">
                <a:solidFill>
                  <a:srgbClr val="F5F7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</a:t>
            </a:r>
            <a:endParaRPr lang="pt-BR" sz="1600" dirty="0"/>
          </a:p>
        </p:txBody>
      </p:sp>
      <p:sp>
        <p:nvSpPr>
          <p:cNvPr id="28" name="Text 17"/>
          <p:cNvSpPr/>
          <p:nvPr/>
        </p:nvSpPr>
        <p:spPr>
          <a:xfrm>
            <a:off x="9814520" y="3224510"/>
            <a:ext cx="146308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pt-BR" sz="1200" dirty="0">
                <a:solidFill>
                  <a:srgbClr val="DCE2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o caminho chega.</a:t>
            </a:r>
            <a:endParaRPr lang="pt-BR" sz="1200" dirty="0"/>
          </a:p>
        </p:txBody>
      </p:sp>
      <p:sp>
        <p:nvSpPr>
          <p:cNvPr id="29" name="Shape 18"/>
          <p:cNvSpPr/>
          <p:nvPr/>
        </p:nvSpPr>
        <p:spPr>
          <a:xfrm>
            <a:off x="812800" y="5161359"/>
            <a:ext cx="3420467" cy="680641"/>
          </a:xfrm>
          <a:prstGeom prst="roundRect">
            <a:avLst>
              <a:gd name="adj" fmla="val 14927"/>
            </a:avLst>
          </a:prstGeom>
          <a:solidFill>
            <a:srgbClr val="0B2180"/>
          </a:solidFill>
          <a:ln/>
        </p:spPr>
        <p:txBody>
          <a:bodyPr/>
          <a:p/>
        </p:txBody>
      </p:sp>
      <p:pic>
        <p:nvPicPr>
          <p:cNvPr id="30" name="Image 9" descr="Check">    </p:cNvPr>
          <p:cNvPicPr>
            <a:picLocks noChangeAspect="1"/>
          </p:cNvPicPr>
          <p:nvPr/>
        </p:nvPicPr>
        <p:blipFill>
          <a:blip r:embed="rId10"/>
          <a:srcRect l="0" r="0" t="0" b="0"/>
          <a:stretch/>
        </p:blipFill>
        <p:spPr>
          <a:xfrm>
            <a:off x="965200" y="5387380"/>
            <a:ext cx="228600" cy="228600"/>
          </a:xfrm>
          <a:prstGeom prst="rect">
            <a:avLst/>
          </a:prstGeom>
        </p:spPr>
      </p:pic>
      <p:sp>
        <p:nvSpPr>
          <p:cNvPr id="31" name="Text 19"/>
          <p:cNvSpPr/>
          <p:nvPr/>
        </p:nvSpPr>
        <p:spPr>
          <a:xfrm>
            <a:off x="1295400" y="5395020"/>
            <a:ext cx="218444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pt-BR" sz="1200" dirty="0">
                <a:solidFill>
                  <a:srgbClr val="EEF1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regra do caminho</a:t>
            </a:r>
            <a:endParaRPr lang="pt-BR" sz="1200" dirty="0"/>
          </a:p>
        </p:txBody>
      </p:sp>
      <p:sp>
        <p:nvSpPr>
          <p:cNvPr id="32" name="Shape 20"/>
          <p:cNvSpPr/>
          <p:nvPr/>
        </p:nvSpPr>
        <p:spPr>
          <a:xfrm>
            <a:off x="4385667" y="5161359"/>
            <a:ext cx="3420566" cy="680641"/>
          </a:xfrm>
          <a:prstGeom prst="roundRect">
            <a:avLst>
              <a:gd name="adj" fmla="val 14927"/>
            </a:avLst>
          </a:prstGeom>
          <a:solidFill>
            <a:srgbClr val="0B2180"/>
          </a:solidFill>
          <a:ln/>
        </p:spPr>
        <p:txBody>
          <a:bodyPr/>
          <a:p/>
        </p:txBody>
      </p:sp>
      <p:pic>
        <p:nvPicPr>
          <p:cNvPr id="33" name="Image 10" descr="Check">    </p:cNvPr>
          <p:cNvPicPr>
            <a:picLocks noChangeAspect="1"/>
          </p:cNvPicPr>
          <p:nvPr/>
        </p:nvPicPr>
        <p:blipFill>
          <a:blip r:embed="rId11"/>
          <a:srcRect l="-122" r="-122" t="0" b="0"/>
          <a:stretch/>
        </p:blipFill>
        <p:spPr>
          <a:xfrm>
            <a:off x="4538067" y="5387380"/>
            <a:ext cx="203696" cy="228600"/>
          </a:xfrm>
          <a:prstGeom prst="rect">
            <a:avLst/>
          </a:prstGeom>
        </p:spPr>
      </p:pic>
      <p:sp>
        <p:nvSpPr>
          <p:cNvPr id="34" name="Text 21"/>
          <p:cNvSpPr/>
          <p:nvPr/>
        </p:nvSpPr>
        <p:spPr>
          <a:xfrm>
            <a:off x="4843363" y="5288359"/>
            <a:ext cx="2894784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pt-BR" sz="1200" dirty="0">
                <a:solidFill>
                  <a:srgbClr val="EEF1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Outra regra do caminho</a:t>
            </a:r>
            <a:endParaRPr lang="pt-BR" sz="1200" dirty="0"/>
          </a:p>
        </p:txBody>
      </p:sp>
      <p:sp>
        <p:nvSpPr>
          <p:cNvPr id="35" name="Shape 22"/>
          <p:cNvSpPr/>
          <p:nvPr/>
        </p:nvSpPr>
        <p:spPr>
          <a:xfrm>
            <a:off x="7958634" y="5161359"/>
            <a:ext cx="3420566" cy="680641"/>
          </a:xfrm>
          <a:prstGeom prst="roundRect">
            <a:avLst>
              <a:gd name="adj" fmla="val 14927"/>
            </a:avLst>
          </a:prstGeom>
          <a:solidFill>
            <a:srgbClr val="0B2180"/>
          </a:solidFill>
          <a:ln/>
        </p:spPr>
        <p:txBody>
          <a:bodyPr/>
          <a:p/>
        </p:txBody>
      </p:sp>
      <p:pic>
        <p:nvPicPr>
          <p:cNvPr id="36" name="Image 11" descr="Check">    </p:cNvPr>
          <p:cNvPicPr>
            <a:picLocks noChangeAspect="1"/>
          </p:cNvPicPr>
          <p:nvPr/>
        </p:nvPicPr>
        <p:blipFill>
          <a:blip r:embed="rId12"/>
          <a:srcRect l="-26" r="-26" t="0" b="0"/>
          <a:stretch/>
        </p:blipFill>
        <p:spPr>
          <a:xfrm>
            <a:off x="8111034" y="5387380"/>
            <a:ext cx="190599" cy="228600"/>
          </a:xfrm>
          <a:prstGeom prst="rect">
            <a:avLst/>
          </a:prstGeom>
        </p:spPr>
      </p:pic>
      <p:sp>
        <p:nvSpPr>
          <p:cNvPr id="37" name="Text 23"/>
          <p:cNvSpPr/>
          <p:nvPr/>
        </p:nvSpPr>
        <p:spPr>
          <a:xfrm>
            <a:off x="8403233" y="5288359"/>
            <a:ext cx="2908274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pt-BR" sz="1200" dirty="0">
                <a:solidFill>
                  <a:srgbClr val="EEF1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Mais uma regra do caminho</a:t>
            </a:r>
            <a:endParaRPr lang="pt-BR" sz="1200" dirty="0"/>
          </a:p>
        </p:txBody>
      </p:sp>
      <p:sp>
        <p:nvSpPr>
          <p:cNvPr id="38" name="Text 24"/>
          <p:cNvSpPr/>
          <p:nvPr/>
        </p:nvSpPr>
        <p:spPr>
          <a:xfrm>
            <a:off x="812800" y="6238280"/>
            <a:ext cx="321111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pt-BR" sz="1200" dirty="0">
                <a:solidFill>
                  <a:srgbClr val="8A9B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Lube Distribuidora · Nome da apresentação</a:t>
            </a:r>
            <a:endParaRPr lang="pt-BR" sz="1200" dirty="0"/>
          </a:p>
        </p:txBody>
      </p:sp>
      <p:sp>
        <p:nvSpPr>
          <p:cNvPr id="39" name="Text 25"/>
          <p:cNvSpPr/>
          <p:nvPr/>
        </p:nvSpPr>
        <p:spPr>
          <a:xfrm>
            <a:off x="11145441" y="6238280"/>
            <a:ext cx="23375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pt-BR" sz="1200" dirty="0">
                <a:solidFill>
                  <a:srgbClr val="8A9BD6"/>
                </a:solidFill>
                <a:latin typeface="Arial" pitchFamily="49" charset="0"/>
                <a:ea typeface="Arial" pitchFamily="49" charset="-122"/>
                <a:cs typeface="Arial" pitchFamily="49" charset="-120"/>
              </a:rPr>
              <a:t>07</a:t>
            </a:r>
            <a:endParaRPr lang="pt-BR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03301" y="881360"/>
            <a:ext cx="374599" cy="76200"/>
          </a:xfrm>
          <a:prstGeom prst="rect">
            <a:avLst/>
          </a:prstGeom>
          <a:solidFill>
            <a:srgbClr val="E5101F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70000" y="812800"/>
            <a:ext cx="2128123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pt-BR" sz="1200" b="1" spc="200" kern="0" dirty="0">
                <a:solidFill>
                  <a:srgbClr val="FF5A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</a:t>
            </a:r>
            <a:endParaRPr lang="pt-BR" sz="1200" dirty="0"/>
          </a:p>
        </p:txBody>
      </p:sp>
      <p:sp>
        <p:nvSpPr>
          <p:cNvPr id="4" name="Text 2"/>
          <p:cNvSpPr/>
          <p:nvPr>
            <p:ph type="title"/>
          </p:nvPr>
        </p:nvSpPr>
        <p:spPr>
          <a:xfrm>
            <a:off x="812800" y="1178520"/>
            <a:ext cx="10883392" cy="528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60"/>
              </a:lnSpc>
              <a:buNone/>
            </a:pPr>
            <a:r>
              <a:rPr lang="pt-BR" sz="3600" b="1" i="0" spc="-50" kern="0" dirty="0">
                <a:solidFill>
                  <a:srgbClr val="F5F7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resultado em um número</a:t>
            </a:r>
            <a:endParaRPr lang="pt-BR" sz="3600" dirty="0"/>
          </a:p>
        </p:txBody>
      </p:sp>
      <p:sp>
        <p:nvSpPr>
          <p:cNvPr id="5" name="Shape 3"/>
          <p:cNvSpPr/>
          <p:nvPr/>
        </p:nvSpPr>
        <p:spPr>
          <a:xfrm>
            <a:off x="812800" y="2431157"/>
            <a:ext cx="4826000" cy="3410843"/>
          </a:xfrm>
          <a:prstGeom prst="roundRect">
            <a:avLst>
              <a:gd name="adj" fmla="val 4468"/>
            </a:avLst>
          </a:prstGeom>
          <a:solidFill>
            <a:srgbClr val="0B47E0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117600" y="2916138"/>
            <a:ext cx="43428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pt-BR" sz="1200" b="1" spc="150" kern="0" dirty="0">
                <a:solidFill>
                  <a:srgbClr val="C3C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CONTEXTO · PERÍODO</a:t>
            </a:r>
            <a:endParaRPr lang="pt-BR" sz="1200" dirty="0"/>
          </a:p>
        </p:txBody>
      </p:sp>
      <p:sp>
        <p:nvSpPr>
          <p:cNvPr id="7" name="Text 5"/>
          <p:cNvSpPr/>
          <p:nvPr/>
        </p:nvSpPr>
        <p:spPr>
          <a:xfrm>
            <a:off x="1117600" y="3256459"/>
            <a:ext cx="4342892" cy="8255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6300"/>
              </a:lnSpc>
              <a:buNone/>
            </a:pPr>
            <a:r>
              <a:rPr lang="pt-BR" sz="6000" b="1" dirty="0">
                <a:solidFill>
                  <a:srgbClr val="34E89E"/>
                </a:solidFill>
                <a:latin typeface="Arial" pitchFamily="49" charset="0"/>
                <a:ea typeface="Arial" pitchFamily="49" charset="-122"/>
                <a:cs typeface="Arial" pitchFamily="49" charset="-120"/>
              </a:rPr>
              <a:t>+00%</a:t>
            </a:r>
            <a:endParaRPr lang="pt-BR" sz="6000" dirty="0"/>
          </a:p>
        </p:txBody>
      </p:sp>
      <p:sp>
        <p:nvSpPr>
          <p:cNvPr id="8" name="Text 6"/>
          <p:cNvSpPr/>
          <p:nvPr/>
        </p:nvSpPr>
        <p:spPr>
          <a:xfrm>
            <a:off x="1117600" y="4183559"/>
            <a:ext cx="4342892" cy="59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pt-BR" sz="1600" dirty="0">
                <a:solidFill>
                  <a:srgbClr val="EEF1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este número significa, em uma linha</a:t>
            </a:r>
            <a:endParaRPr lang="pt-BR" sz="1600" dirty="0"/>
          </a:p>
        </p:txBody>
      </p:sp>
      <p:sp>
        <p:nvSpPr>
          <p:cNvPr id="9" name="Text 7"/>
          <p:cNvSpPr/>
          <p:nvPr/>
        </p:nvSpPr>
        <p:spPr>
          <a:xfrm>
            <a:off x="1117600" y="4879479"/>
            <a:ext cx="43428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pt-BR" sz="1200" dirty="0">
                <a:solidFill>
                  <a:srgbClr val="DCE2F5"/>
                </a:solidFill>
                <a:latin typeface="Arial" pitchFamily="49" charset="0"/>
                <a:ea typeface="Arial" pitchFamily="49" charset="-122"/>
                <a:cs typeface="Arial" pitchFamily="49" charset="-120"/>
              </a:rPr>
              <a:t>Antes · R$ 0,00</a:t>
            </a:r>
            <a:endParaRPr lang="pt-BR" sz="1200" dirty="0"/>
          </a:p>
        </p:txBody>
      </p:sp>
      <p:sp>
        <p:nvSpPr>
          <p:cNvPr id="10" name="Text 8"/>
          <p:cNvSpPr/>
          <p:nvPr/>
        </p:nvSpPr>
        <p:spPr>
          <a:xfrm>
            <a:off x="1117600" y="5143599"/>
            <a:ext cx="43428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pt-BR" sz="1200" dirty="0">
                <a:solidFill>
                  <a:srgbClr val="DCE2F5"/>
                </a:solidFill>
                <a:latin typeface="Arial" pitchFamily="49" charset="0"/>
                <a:ea typeface="Arial" pitchFamily="49" charset="-122"/>
                <a:cs typeface="Arial" pitchFamily="49" charset="-120"/>
              </a:rPr>
              <a:t>Depois · R$ 0,00</a:t>
            </a:r>
            <a:endParaRPr lang="pt-BR" sz="1200" dirty="0"/>
          </a:p>
        </p:txBody>
      </p:sp>
      <p:sp>
        <p:nvSpPr>
          <p:cNvPr id="11" name="Shape 9"/>
          <p:cNvSpPr/>
          <p:nvPr/>
        </p:nvSpPr>
        <p:spPr>
          <a:xfrm>
            <a:off x="5845175" y="2434332"/>
            <a:ext cx="5530850" cy="1062831"/>
          </a:xfrm>
          <a:prstGeom prst="roundRect">
            <a:avLst>
              <a:gd name="adj" fmla="val 11650"/>
            </a:avLst>
          </a:prstGeom>
          <a:solidFill>
            <a:srgbClr val="0B2180"/>
          </a:solidFill>
          <a:ln w="6350">
            <a:solidFill>
              <a:srgbClr val="2549C9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076950" y="2615307"/>
            <a:ext cx="5219319" cy="2425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22"/>
              </a:lnSpc>
              <a:buNone/>
            </a:pPr>
            <a:r>
              <a:rPr lang="pt-BR" sz="1435" b="1" dirty="0">
                <a:solidFill>
                  <a:srgbClr val="F5F7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Destaque um</a:t>
            </a:r>
            <a:endParaRPr lang="pt-BR" sz="1435" dirty="0"/>
          </a:p>
        </p:txBody>
      </p:sp>
      <p:sp>
        <p:nvSpPr>
          <p:cNvPr id="13" name="Text 11"/>
          <p:cNvSpPr/>
          <p:nvPr/>
        </p:nvSpPr>
        <p:spPr>
          <a:xfrm>
            <a:off x="6076950" y="2908697"/>
            <a:ext cx="5219319" cy="4328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09"/>
              </a:lnSpc>
              <a:buNone/>
            </a:pPr>
            <a:r>
              <a:rPr lang="pt-BR" sz="1073" dirty="0">
                <a:solidFill>
                  <a:srgbClr val="C3C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frase que reforça o resultado.</a:t>
            </a:r>
            <a:endParaRPr lang="pt-BR" sz="1073" dirty="0"/>
          </a:p>
        </p:txBody>
      </p:sp>
      <p:sp>
        <p:nvSpPr>
          <p:cNvPr id="14" name="Shape 12"/>
          <p:cNvSpPr/>
          <p:nvPr/>
        </p:nvSpPr>
        <p:spPr>
          <a:xfrm>
            <a:off x="5845175" y="3605113"/>
            <a:ext cx="5530850" cy="1062930"/>
          </a:xfrm>
          <a:prstGeom prst="roundRect">
            <a:avLst>
              <a:gd name="adj" fmla="val 11649"/>
            </a:avLst>
          </a:prstGeom>
          <a:solidFill>
            <a:srgbClr val="0B2180"/>
          </a:solidFill>
          <a:ln w="6350">
            <a:solidFill>
              <a:srgbClr val="2549C9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076950" y="3786088"/>
            <a:ext cx="5219319" cy="2425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22"/>
              </a:lnSpc>
              <a:buNone/>
            </a:pPr>
            <a:r>
              <a:rPr lang="pt-BR" sz="1435" b="1" dirty="0">
                <a:solidFill>
                  <a:srgbClr val="F5F7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Destaque dois</a:t>
            </a:r>
            <a:endParaRPr lang="pt-BR" sz="1435" dirty="0"/>
          </a:p>
        </p:txBody>
      </p:sp>
      <p:sp>
        <p:nvSpPr>
          <p:cNvPr id="16" name="Text 14"/>
          <p:cNvSpPr/>
          <p:nvPr/>
        </p:nvSpPr>
        <p:spPr>
          <a:xfrm>
            <a:off x="6076950" y="4079478"/>
            <a:ext cx="5295900" cy="4329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33"/>
              </a:lnSpc>
              <a:buNone/>
            </a:pPr>
            <a:r>
              <a:rPr lang="pt-BR" sz="1155" dirty="0">
                <a:solidFill>
                  <a:srgbClr val="C3C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frase que reforça o resultado.</a:t>
            </a:r>
            <a:endParaRPr lang="pt-BR" sz="1155" dirty="0"/>
          </a:p>
        </p:txBody>
      </p:sp>
      <p:sp>
        <p:nvSpPr>
          <p:cNvPr id="17" name="Shape 15"/>
          <p:cNvSpPr/>
          <p:nvPr/>
        </p:nvSpPr>
        <p:spPr>
          <a:xfrm>
            <a:off x="5845175" y="4775994"/>
            <a:ext cx="5530850" cy="1062831"/>
          </a:xfrm>
          <a:prstGeom prst="roundRect">
            <a:avLst>
              <a:gd name="adj" fmla="val 11650"/>
            </a:avLst>
          </a:prstGeom>
          <a:solidFill>
            <a:srgbClr val="0B2180"/>
          </a:solidFill>
          <a:ln w="6350">
            <a:solidFill>
              <a:srgbClr val="2549C9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6076950" y="5033070"/>
            <a:ext cx="5219319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pt-BR" sz="1600" b="1" dirty="0">
                <a:solidFill>
                  <a:srgbClr val="F5F7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Destaque três</a:t>
            </a:r>
            <a:endParaRPr lang="pt-BR" sz="1600" dirty="0"/>
          </a:p>
        </p:txBody>
      </p:sp>
      <p:sp>
        <p:nvSpPr>
          <p:cNvPr id="19" name="Text 17"/>
          <p:cNvSpPr/>
          <p:nvPr/>
        </p:nvSpPr>
        <p:spPr>
          <a:xfrm>
            <a:off x="6076950" y="5353050"/>
            <a:ext cx="5219319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pt-BR" sz="1200" dirty="0">
                <a:solidFill>
                  <a:srgbClr val="C3C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frase que reforça o resultado.</a:t>
            </a:r>
            <a:endParaRPr lang="pt-BR" sz="1200" dirty="0"/>
          </a:p>
        </p:txBody>
      </p:sp>
      <p:sp>
        <p:nvSpPr>
          <p:cNvPr id="20" name="Text 18"/>
          <p:cNvSpPr/>
          <p:nvPr/>
        </p:nvSpPr>
        <p:spPr>
          <a:xfrm>
            <a:off x="812800" y="6238280"/>
            <a:ext cx="321111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pt-BR" sz="1200" dirty="0">
                <a:solidFill>
                  <a:srgbClr val="8A9B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Lube Distribuidora · Nome da apresentação</a:t>
            </a:r>
            <a:endParaRPr lang="pt-BR" sz="1200" dirty="0"/>
          </a:p>
        </p:txBody>
      </p:sp>
      <p:sp>
        <p:nvSpPr>
          <p:cNvPr id="21" name="Text 19"/>
          <p:cNvSpPr/>
          <p:nvPr/>
        </p:nvSpPr>
        <p:spPr>
          <a:xfrm>
            <a:off x="11145441" y="6238280"/>
            <a:ext cx="23375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pt-BR" sz="1200" dirty="0">
                <a:solidFill>
                  <a:srgbClr val="8A9BD6"/>
                </a:solidFill>
                <a:latin typeface="Arial" pitchFamily="49" charset="0"/>
                <a:ea typeface="Arial" pitchFamily="49" charset="-122"/>
                <a:cs typeface="Arial" pitchFamily="49" charset="-120"/>
              </a:rPr>
              <a:t>08</a:t>
            </a:r>
            <a:endParaRPr lang="pt-BR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03301" y="881360"/>
            <a:ext cx="374599" cy="76200"/>
          </a:xfrm>
          <a:prstGeom prst="rect">
            <a:avLst/>
          </a:prstGeom>
          <a:solidFill>
            <a:srgbClr val="E5101F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70000" y="812800"/>
            <a:ext cx="252984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pt-BR" sz="1200" b="1" spc="200" kern="0" dirty="0">
                <a:solidFill>
                  <a:srgbClr val="FF5A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NÚMEROS</a:t>
            </a:r>
            <a:endParaRPr lang="pt-BR" sz="1200" dirty="0"/>
          </a:p>
        </p:txBody>
      </p:sp>
      <p:sp>
        <p:nvSpPr>
          <p:cNvPr id="4" name="Text 2"/>
          <p:cNvSpPr/>
          <p:nvPr>
            <p:ph type="title"/>
          </p:nvPr>
        </p:nvSpPr>
        <p:spPr>
          <a:xfrm>
            <a:off x="812800" y="1178520"/>
            <a:ext cx="10883392" cy="528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60"/>
              </a:lnSpc>
              <a:buNone/>
            </a:pPr>
            <a:r>
              <a:rPr lang="pt-BR" sz="3600" b="1" i="0" spc="-50" kern="0" dirty="0">
                <a:solidFill>
                  <a:srgbClr val="F5F7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Tabela no fundo escuro</a:t>
            </a:r>
            <a:endParaRPr lang="pt-BR" sz="36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5500" y="2118717"/>
          <a:ext cx="10553700" cy="2826742"/>
        </p:xfrm>
        <a:graphic>
          <a:graphicData uri="http://schemas.openxmlformats.org/drawingml/2006/table">
            <a:tbl>
              <a:tblPr/>
              <a:tblGrid>
                <a:gridCol w="3588258"/>
                <a:gridCol w="1899666"/>
                <a:gridCol w="5065776"/>
              </a:tblGrid>
              <a:tr h="403820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pt-BR" sz="1200" b="1" dirty="0">
                          <a:solidFill>
                            <a:srgbClr val="F5F7F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Item</a:t>
                      </a:r>
                      <a:endParaRPr lang="pt-BR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52400" marR="152400" marT="88900" marB="88900" anchor="t">
                    <a:lnL w="12700" cap="flat" cmpd="sng" algn="ctr">
                      <a:solidFill>
                        <a:srgbClr val="405B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06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05B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06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47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sz="1200" b="1" dirty="0">
                          <a:solidFill>
                            <a:srgbClr val="F5F7F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Quantidade</a:t>
                      </a:r>
                      <a:endParaRPr lang="pt-BR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52400" marR="152400" marT="88900" marB="88900" anchor="t">
                    <a:lnL w="12700" cap="flat" cmpd="sng" algn="ctr">
                      <a:solidFill>
                        <a:srgbClr val="406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06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05B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06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47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pt-BR" sz="1200" b="1" dirty="0">
                          <a:solidFill>
                            <a:srgbClr val="F5F7F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Detalhe</a:t>
                      </a:r>
                      <a:endParaRPr lang="pt-BR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52400" marR="152400" marT="88900" marB="88900" anchor="t">
                    <a:lnL w="12700" cap="flat" cmpd="sng" algn="ctr">
                      <a:solidFill>
                        <a:srgbClr val="406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06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05B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06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47E0"/>
                    </a:solidFill>
                  </a:tcPr>
                </a:tc>
              </a:tr>
              <a:tr h="403820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pt-BR" sz="1200" dirty="0">
                          <a:solidFill>
                            <a:srgbClr val="EEF1F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Item 1</a:t>
                      </a:r>
                      <a:endParaRPr lang="pt-BR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52400" marR="152400" marT="88900" marB="88900" anchor="t">
                    <a:lnL w="12700" cap="flat" cmpd="sng" algn="ctr">
                      <a:solidFill>
                        <a:srgbClr val="405B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051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06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051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18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sz="1200" dirty="0">
                          <a:solidFill>
                            <a:srgbClr val="34E89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pt-BR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52400" marR="152400" marT="88900" marB="88900" anchor="t">
                    <a:lnL w="12700" cap="flat" cmpd="sng" algn="ctr">
                      <a:solidFill>
                        <a:srgbClr val="4051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051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06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051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18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pt-BR" sz="1200" dirty="0">
                          <a:solidFill>
                            <a:srgbClr val="C3CD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Descreva em uma linha</a:t>
                      </a:r>
                      <a:endParaRPr lang="pt-BR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52400" marR="152400" marT="88900" marB="88900" anchor="t">
                    <a:lnL w="12700" cap="flat" cmpd="sng" algn="ctr">
                      <a:solidFill>
                        <a:srgbClr val="4051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051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06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051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180"/>
                    </a:solidFill>
                  </a:tcPr>
                </a:tc>
              </a:tr>
              <a:tr h="403820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pt-BR" sz="1200" dirty="0">
                          <a:solidFill>
                            <a:srgbClr val="EEF1F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Item 2</a:t>
                      </a:r>
                      <a:endParaRPr lang="pt-BR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52400" marR="152400" marT="88900" marB="88900" anchor="t">
                    <a:lnL w="12700" cap="flat" cmpd="sng" algn="ctr">
                      <a:solidFill>
                        <a:srgbClr val="405B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E4B8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051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E4B8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A6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sz="1200" dirty="0">
                          <a:solidFill>
                            <a:srgbClr val="34E89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pt-BR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52400" marR="152400" marT="88900" marB="88900" anchor="t">
                    <a:lnL w="12700" cap="flat" cmpd="sng" algn="ctr">
                      <a:solidFill>
                        <a:srgbClr val="3E4B8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E4B8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051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E4B8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A6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pt-BR" sz="1200" dirty="0">
                          <a:solidFill>
                            <a:srgbClr val="C3CD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Descreva em uma linha</a:t>
                      </a:r>
                      <a:endParaRPr lang="pt-BR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52400" marR="152400" marT="88900" marB="88900" anchor="t">
                    <a:lnL w="12700" cap="flat" cmpd="sng" algn="ctr">
                      <a:solidFill>
                        <a:srgbClr val="3E4B8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E4B8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051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E4B8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A68"/>
                    </a:solidFill>
                  </a:tcPr>
                </a:tc>
              </a:tr>
              <a:tr h="403820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pt-BR" sz="1200" dirty="0">
                          <a:solidFill>
                            <a:srgbClr val="EEF1F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Item 3</a:t>
                      </a:r>
                      <a:endParaRPr lang="pt-BR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52400" marR="152400" marT="88900" marB="88900" anchor="t">
                    <a:lnL w="12700" cap="flat" cmpd="sng" algn="ctr">
                      <a:solidFill>
                        <a:srgbClr val="405B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051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E4B8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051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18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sz="1200" dirty="0">
                          <a:solidFill>
                            <a:srgbClr val="34E89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pt-BR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52400" marR="152400" marT="88900" marB="88900" anchor="t">
                    <a:lnL w="12700" cap="flat" cmpd="sng" algn="ctr">
                      <a:solidFill>
                        <a:srgbClr val="4051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051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E4B8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051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18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pt-BR" sz="1200" dirty="0">
                          <a:solidFill>
                            <a:srgbClr val="C3CD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Descreva em uma linha</a:t>
                      </a:r>
                      <a:endParaRPr lang="pt-BR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52400" marR="152400" marT="88900" marB="88900" anchor="t">
                    <a:lnL w="12700" cap="flat" cmpd="sng" algn="ctr">
                      <a:solidFill>
                        <a:srgbClr val="4051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051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E4B8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051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180"/>
                    </a:solidFill>
                  </a:tcPr>
                </a:tc>
              </a:tr>
              <a:tr h="403820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pt-BR" sz="1200" dirty="0">
                          <a:solidFill>
                            <a:srgbClr val="EEF1F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Item 4</a:t>
                      </a:r>
                      <a:endParaRPr lang="pt-BR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52400" marR="152400" marT="88900" marB="88900" anchor="t">
                    <a:lnL w="12700" cap="flat" cmpd="sng" algn="ctr">
                      <a:solidFill>
                        <a:srgbClr val="405B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E4B8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051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E4B8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A6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sz="1200" dirty="0">
                          <a:solidFill>
                            <a:srgbClr val="34E89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pt-BR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52400" marR="152400" marT="88900" marB="88900" anchor="t">
                    <a:lnL w="12700" cap="flat" cmpd="sng" algn="ctr">
                      <a:solidFill>
                        <a:srgbClr val="3E4B8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E4B8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051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E4B8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A6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pt-BR" sz="1200" dirty="0">
                          <a:solidFill>
                            <a:srgbClr val="C3CD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Descreva em uma linha</a:t>
                      </a:r>
                      <a:endParaRPr lang="pt-BR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52400" marR="152400" marT="88900" marB="88900" anchor="t">
                    <a:lnL w="12700" cap="flat" cmpd="sng" algn="ctr">
                      <a:solidFill>
                        <a:srgbClr val="3E4B8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E4B8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051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E4B8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A68"/>
                    </a:solidFill>
                  </a:tcPr>
                </a:tc>
              </a:tr>
              <a:tr h="403820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pt-BR" sz="1200" dirty="0">
                          <a:solidFill>
                            <a:srgbClr val="EEF1F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Item 5</a:t>
                      </a:r>
                      <a:endParaRPr lang="pt-BR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52400" marR="152400" marT="88900" marB="88900" anchor="t">
                    <a:lnL w="12700" cap="flat" cmpd="sng" algn="ctr">
                      <a:solidFill>
                        <a:srgbClr val="405B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051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E4B8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051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18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sz="1200" dirty="0">
                          <a:solidFill>
                            <a:srgbClr val="34E89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pt-BR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52400" marR="152400" marT="88900" marB="88900" anchor="t">
                    <a:lnL w="12700" cap="flat" cmpd="sng" algn="ctr">
                      <a:solidFill>
                        <a:srgbClr val="4051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051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E4B8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051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18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pt-BR" sz="1200" dirty="0">
                          <a:solidFill>
                            <a:srgbClr val="C3CD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Descreva em uma linha</a:t>
                      </a:r>
                      <a:endParaRPr lang="pt-BR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52400" marR="152400" marT="88900" marB="88900" anchor="t">
                    <a:lnL w="12700" cap="flat" cmpd="sng" algn="ctr">
                      <a:solidFill>
                        <a:srgbClr val="4051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051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E4B8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051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180"/>
                    </a:solidFill>
                  </a:tcPr>
                </a:tc>
              </a:tr>
              <a:tr h="403820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pt-BR" sz="1200" dirty="0">
                          <a:solidFill>
                            <a:srgbClr val="EEF1F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Item 6</a:t>
                      </a:r>
                      <a:endParaRPr lang="pt-BR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52400" marR="152400" marT="88900" marB="88900" anchor="t">
                    <a:lnL w="12700" cap="flat" cmpd="sng" algn="ctr">
                      <a:solidFill>
                        <a:srgbClr val="405B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E4B8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051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E4B8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A6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sz="1200" dirty="0">
                          <a:solidFill>
                            <a:srgbClr val="34E89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pt-BR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52400" marR="152400" marT="88900" marB="88900" anchor="t">
                    <a:lnL w="12700" cap="flat" cmpd="sng" algn="ctr">
                      <a:solidFill>
                        <a:srgbClr val="3E4B8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E4B8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051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E4B8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A6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pt-BR" sz="1200" dirty="0">
                          <a:solidFill>
                            <a:srgbClr val="C3CD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Descreva em uma linha</a:t>
                      </a:r>
                      <a:endParaRPr lang="pt-BR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52400" marR="152400" marT="88900" marB="88900" anchor="t">
                    <a:lnL w="12700" cap="flat" cmpd="sng" algn="ctr">
                      <a:solidFill>
                        <a:srgbClr val="3E4B8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E4B8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051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E4B8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A68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815975" y="5101034"/>
            <a:ext cx="5200650" cy="737791"/>
          </a:xfrm>
          <a:prstGeom prst="roundRect">
            <a:avLst>
              <a:gd name="adj" fmla="val 13340"/>
            </a:avLst>
          </a:prstGeom>
          <a:solidFill>
            <a:srgbClr val="1A0D16"/>
          </a:solidFill>
          <a:ln w="6350">
            <a:solidFill>
              <a:srgbClr val="5C1A26"/>
            </a:solidFill>
            <a:prstDash val="solid"/>
          </a:ln>
        </p:spPr>
        <p:txBody>
          <a:bodyPr/>
          <a:p/>
        </p:txBody>
      </p:sp>
      <p:pic>
        <p:nvPicPr>
          <p:cNvPr id="7" name="Image 0" descr="Clock">    </p:cNvPr>
          <p:cNvPicPr>
            <a:picLocks noChangeAspect="1"/>
          </p:cNvPicPr>
          <p:nvPr/>
        </p:nvPicPr>
        <p:blipFill>
          <a:blip r:embed="rId1"/>
          <a:srcRect l="-369" r="-369" t="0" b="0"/>
          <a:stretch/>
        </p:blipFill>
        <p:spPr>
          <a:xfrm>
            <a:off x="996950" y="5342930"/>
            <a:ext cx="230287" cy="2540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354237" y="5256609"/>
            <a:ext cx="4615856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pt-BR" sz="1200" b="1" dirty="0">
                <a:solidFill>
                  <a:srgbClr val="EEF1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Antes: </a:t>
            </a:r>
            <a:r>
              <a:rPr lang="pt-BR" sz="1200" dirty="0">
                <a:solidFill>
                  <a:srgbClr val="EEF1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era antes desta mudança.</a:t>
            </a:r>
            <a:endParaRPr lang="pt-BR" sz="1200" dirty="0"/>
          </a:p>
        </p:txBody>
      </p:sp>
      <p:sp>
        <p:nvSpPr>
          <p:cNvPr id="9" name="Shape 5"/>
          <p:cNvSpPr/>
          <p:nvPr/>
        </p:nvSpPr>
        <p:spPr>
          <a:xfrm>
            <a:off x="6175375" y="5101034"/>
            <a:ext cx="5200650" cy="737791"/>
          </a:xfrm>
          <a:prstGeom prst="roundRect">
            <a:avLst>
              <a:gd name="adj" fmla="val 13340"/>
            </a:avLst>
          </a:prstGeom>
          <a:solidFill>
            <a:srgbClr val="0B2A24"/>
          </a:solidFill>
          <a:ln w="6350">
            <a:solidFill>
              <a:srgbClr val="1C5C4A"/>
            </a:solidFill>
            <a:prstDash val="solid"/>
          </a:ln>
        </p:spPr>
        <p:txBody>
          <a:bodyPr/>
          <a:p/>
        </p:txBody>
      </p:sp>
      <p:pic>
        <p:nvPicPr>
          <p:cNvPr id="10" name="Image 1" descr="Check">    </p:cNvPr>
          <p:cNvPicPr>
            <a:picLocks noChangeAspect="1"/>
          </p:cNvPicPr>
          <p:nvPr/>
        </p:nvPicPr>
        <p:blipFill>
          <a:blip r:embed="rId2"/>
          <a:srcRect l="-562" r="-562" t="0" b="0"/>
          <a:stretch/>
        </p:blipFill>
        <p:spPr>
          <a:xfrm>
            <a:off x="6356350" y="5342930"/>
            <a:ext cx="205482" cy="25400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6688832" y="5256609"/>
            <a:ext cx="4641405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pt-BR" sz="1200" b="1" dirty="0">
                <a:solidFill>
                  <a:srgbClr val="EEF1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Hoje: </a:t>
            </a:r>
            <a:r>
              <a:rPr lang="pt-BR" sz="1200" dirty="0">
                <a:solidFill>
                  <a:srgbClr val="EEF1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ficou depois dela.</a:t>
            </a:r>
            <a:endParaRPr lang="pt-BR" sz="1200" dirty="0"/>
          </a:p>
        </p:txBody>
      </p:sp>
      <p:sp>
        <p:nvSpPr>
          <p:cNvPr id="12" name="Text 7"/>
          <p:cNvSpPr/>
          <p:nvPr/>
        </p:nvSpPr>
        <p:spPr>
          <a:xfrm>
            <a:off x="812800" y="6238280"/>
            <a:ext cx="321111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pt-BR" sz="1200" dirty="0">
                <a:solidFill>
                  <a:srgbClr val="8A9B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Lube Distribuidora · Nome da apresentação</a:t>
            </a:r>
            <a:endParaRPr lang="pt-BR" sz="1200" dirty="0"/>
          </a:p>
        </p:txBody>
      </p:sp>
      <p:sp>
        <p:nvSpPr>
          <p:cNvPr id="13" name="Text 8"/>
          <p:cNvSpPr/>
          <p:nvPr/>
        </p:nvSpPr>
        <p:spPr>
          <a:xfrm>
            <a:off x="11145441" y="6238280"/>
            <a:ext cx="23375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pt-BR" sz="1200" dirty="0">
                <a:solidFill>
                  <a:srgbClr val="8A9BD6"/>
                </a:solidFill>
                <a:latin typeface="Arial" pitchFamily="49" charset="0"/>
                <a:ea typeface="Arial" pitchFamily="49" charset="-122"/>
                <a:cs typeface="Arial" pitchFamily="49" charset="-120"/>
              </a:rPr>
              <a:t>09</a:t>
            </a:r>
            <a:endParaRPr lang="pt-BR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03301" y="881360"/>
            <a:ext cx="374599" cy="76200"/>
          </a:xfrm>
          <a:prstGeom prst="rect">
            <a:avLst/>
          </a:prstGeom>
          <a:solidFill>
            <a:srgbClr val="E5101F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70000" y="812800"/>
            <a:ext cx="228195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pt-BR" sz="1200" b="1" spc="200" kern="0" dirty="0">
                <a:solidFill>
                  <a:srgbClr val="FF5A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FUNCIONA</a:t>
            </a:r>
            <a:endParaRPr lang="pt-BR" sz="1200" dirty="0"/>
          </a:p>
        </p:txBody>
      </p:sp>
      <p:sp>
        <p:nvSpPr>
          <p:cNvPr id="4" name="Text 2"/>
          <p:cNvSpPr/>
          <p:nvPr>
            <p:ph type="title"/>
          </p:nvPr>
        </p:nvSpPr>
        <p:spPr>
          <a:xfrm>
            <a:off x="812800" y="1178520"/>
            <a:ext cx="10883392" cy="528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60"/>
              </a:lnSpc>
              <a:buNone/>
            </a:pPr>
            <a:r>
              <a:rPr lang="pt-BR" sz="3600" b="1" i="0" spc="-50" kern="0" dirty="0">
                <a:solidFill>
                  <a:srgbClr val="F5F7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passos, um depois do outro</a:t>
            </a:r>
            <a:endParaRPr lang="pt-BR" sz="3600" dirty="0"/>
          </a:p>
        </p:txBody>
      </p:sp>
      <p:sp>
        <p:nvSpPr>
          <p:cNvPr id="5" name="Text 3"/>
          <p:cNvSpPr/>
          <p:nvPr/>
        </p:nvSpPr>
        <p:spPr>
          <a:xfrm>
            <a:off x="812800" y="1833761"/>
            <a:ext cx="10883392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20"/>
              </a:lnSpc>
              <a:buNone/>
            </a:pPr>
            <a:r>
              <a:rPr lang="pt-BR" sz="1600" dirty="0">
                <a:solidFill>
                  <a:srgbClr val="C3C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linha de apoio que explica o ciclo.</a:t>
            </a:r>
            <a:endParaRPr lang="pt-BR" sz="1600" dirty="0"/>
          </a:p>
        </p:txBody>
      </p:sp>
      <p:sp>
        <p:nvSpPr>
          <p:cNvPr id="6" name="Shape 4"/>
          <p:cNvSpPr/>
          <p:nvPr/>
        </p:nvSpPr>
        <p:spPr>
          <a:xfrm>
            <a:off x="815975" y="2729805"/>
            <a:ext cx="3143250" cy="1951930"/>
          </a:xfrm>
          <a:prstGeom prst="roundRect">
            <a:avLst>
              <a:gd name="adj" fmla="val 6344"/>
            </a:avLst>
          </a:prstGeom>
          <a:solidFill>
            <a:srgbClr val="0B2180"/>
          </a:solidFill>
          <a:ln w="6350">
            <a:solidFill>
              <a:srgbClr val="2549C9"/>
            </a:solidFill>
            <a:prstDash val="solid"/>
          </a:ln>
        </p:spPr>
        <p:txBody>
          <a:bodyPr/>
          <a:p/>
        </p:txBody>
      </p:sp>
      <p:pic>
        <p:nvPicPr>
          <p:cNvPr id="7" name="Image 0" descr="Search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47750" y="2986980"/>
            <a:ext cx="304800" cy="3048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047750" y="3393380"/>
            <a:ext cx="2760091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pt-BR" sz="1600" b="1" dirty="0">
                <a:solidFill>
                  <a:srgbClr val="F5F7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Primeiro</a:t>
            </a:r>
            <a:endParaRPr lang="pt-BR" sz="1600" dirty="0"/>
          </a:p>
        </p:txBody>
      </p:sp>
      <p:sp>
        <p:nvSpPr>
          <p:cNvPr id="9" name="Text 6"/>
          <p:cNvSpPr/>
          <p:nvPr/>
        </p:nvSpPr>
        <p:spPr>
          <a:xfrm>
            <a:off x="1047750" y="3738761"/>
            <a:ext cx="2760091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pt-BR" sz="1200" dirty="0">
                <a:solidFill>
                  <a:srgbClr val="C3C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acontece no primeiro passo.</a:t>
            </a:r>
            <a:endParaRPr lang="pt-BR" sz="1200" dirty="0"/>
          </a:p>
        </p:txBody>
      </p:sp>
      <p:pic>
        <p:nvPicPr>
          <p:cNvPr id="10" name="Image 1" descr="arrow-right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089400" y="3629521"/>
            <a:ext cx="304800" cy="15240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524375" y="2729805"/>
            <a:ext cx="3143250" cy="1951930"/>
          </a:xfrm>
          <a:prstGeom prst="roundRect">
            <a:avLst>
              <a:gd name="adj" fmla="val 6344"/>
            </a:avLst>
          </a:prstGeom>
          <a:solidFill>
            <a:srgbClr val="0B2180"/>
          </a:solidFill>
          <a:ln w="6350">
            <a:solidFill>
              <a:srgbClr val="2549C9"/>
            </a:solidFill>
            <a:prstDash val="solid"/>
          </a:ln>
        </p:spPr>
        <p:txBody>
          <a:bodyPr/>
          <a:p/>
        </p:txBody>
      </p:sp>
      <p:pic>
        <p:nvPicPr>
          <p:cNvPr id="12" name="Image 2" descr="Wrench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756150" y="2986980"/>
            <a:ext cx="304800" cy="30480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4756150" y="3393380"/>
            <a:ext cx="2760091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pt-BR" sz="1600" b="1" dirty="0">
                <a:solidFill>
                  <a:srgbClr val="F5F7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Depois</a:t>
            </a:r>
            <a:endParaRPr lang="pt-BR" sz="1600" dirty="0"/>
          </a:p>
        </p:txBody>
      </p:sp>
      <p:sp>
        <p:nvSpPr>
          <p:cNvPr id="14" name="Text 9"/>
          <p:cNvSpPr/>
          <p:nvPr/>
        </p:nvSpPr>
        <p:spPr>
          <a:xfrm>
            <a:off x="4756150" y="3738761"/>
            <a:ext cx="2760091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pt-BR" sz="1200" dirty="0">
                <a:solidFill>
                  <a:srgbClr val="C3C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acontece no segundo passo.</a:t>
            </a:r>
            <a:endParaRPr lang="pt-BR" sz="1200" dirty="0"/>
          </a:p>
        </p:txBody>
      </p:sp>
      <p:pic>
        <p:nvPicPr>
          <p:cNvPr id="15" name="Image 3" descr="arrow-right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7797800" y="3629521"/>
            <a:ext cx="304800" cy="152400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8232775" y="2729805"/>
            <a:ext cx="3143250" cy="1951930"/>
          </a:xfrm>
          <a:prstGeom prst="roundRect">
            <a:avLst>
              <a:gd name="adj" fmla="val 6344"/>
            </a:avLst>
          </a:prstGeom>
          <a:solidFill>
            <a:srgbClr val="0B2180"/>
          </a:solidFill>
          <a:ln w="6350">
            <a:solidFill>
              <a:srgbClr val="2549C9"/>
            </a:solidFill>
            <a:prstDash val="solid"/>
          </a:ln>
        </p:spPr>
        <p:txBody>
          <a:bodyPr/>
          <a:p/>
        </p:txBody>
      </p:sp>
      <p:pic>
        <p:nvPicPr>
          <p:cNvPr id="17" name="Image 4" descr="PaperPlane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8464550" y="2986980"/>
            <a:ext cx="304800" cy="304800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8464550" y="3393380"/>
            <a:ext cx="2760091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pt-BR" sz="1600" b="1" dirty="0">
                <a:solidFill>
                  <a:srgbClr val="F5F7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fim</a:t>
            </a:r>
            <a:endParaRPr lang="pt-BR" sz="1600" dirty="0"/>
          </a:p>
        </p:txBody>
      </p:sp>
      <p:sp>
        <p:nvSpPr>
          <p:cNvPr id="19" name="Text 12"/>
          <p:cNvSpPr/>
          <p:nvPr/>
        </p:nvSpPr>
        <p:spPr>
          <a:xfrm>
            <a:off x="8464550" y="3738761"/>
            <a:ext cx="2760091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pt-BR" sz="1200" dirty="0">
                <a:solidFill>
                  <a:srgbClr val="C3C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acontece no terceiro passo.</a:t>
            </a:r>
            <a:endParaRPr lang="pt-BR" sz="1200" dirty="0"/>
          </a:p>
        </p:txBody>
      </p:sp>
      <p:sp>
        <p:nvSpPr>
          <p:cNvPr id="20" name="Shape 13"/>
          <p:cNvSpPr/>
          <p:nvPr/>
        </p:nvSpPr>
        <p:spPr>
          <a:xfrm>
            <a:off x="812800" y="5283200"/>
            <a:ext cx="5207000" cy="558800"/>
          </a:xfrm>
          <a:prstGeom prst="roundRect">
            <a:avLst>
              <a:gd name="adj" fmla="val 18182"/>
            </a:avLst>
          </a:prstGeom>
          <a:solidFill>
            <a:srgbClr val="0B47E0"/>
          </a:solidFill>
          <a:ln/>
        </p:spPr>
        <p:txBody>
          <a:bodyPr/>
          <a:p/>
        </p:txBody>
      </p:sp>
      <p:pic>
        <p:nvPicPr>
          <p:cNvPr id="21" name="Image 5" descr="Warni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990600" y="5435600"/>
            <a:ext cx="254000" cy="254000"/>
          </a:xfrm>
          <a:prstGeom prst="rect">
            <a:avLst/>
          </a:prstGeom>
        </p:spPr>
      </p:pic>
      <p:sp>
        <p:nvSpPr>
          <p:cNvPr id="22" name="Text 14"/>
          <p:cNvSpPr/>
          <p:nvPr/>
        </p:nvSpPr>
        <p:spPr>
          <a:xfrm>
            <a:off x="1371600" y="5455940"/>
            <a:ext cx="46482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pt-BR" sz="1200" b="1" dirty="0">
                <a:solidFill>
                  <a:srgbClr val="EEF1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Regra da casa: </a:t>
            </a:r>
            <a:r>
              <a:rPr lang="pt-BR" sz="1200" dirty="0">
                <a:solidFill>
                  <a:srgbClr val="EEF1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frase que não pode ser esquecida.</a:t>
            </a:r>
            <a:endParaRPr lang="pt-BR" sz="1200" dirty="0"/>
          </a:p>
        </p:txBody>
      </p:sp>
      <p:sp>
        <p:nvSpPr>
          <p:cNvPr id="23" name="Shape 15"/>
          <p:cNvSpPr/>
          <p:nvPr/>
        </p:nvSpPr>
        <p:spPr>
          <a:xfrm>
            <a:off x="6172200" y="5283200"/>
            <a:ext cx="5207000" cy="558800"/>
          </a:xfrm>
          <a:prstGeom prst="roundRect">
            <a:avLst>
              <a:gd name="adj" fmla="val 18182"/>
            </a:avLst>
          </a:prstGeom>
          <a:solidFill>
            <a:srgbClr val="0B2180"/>
          </a:solidFill>
          <a:ln/>
        </p:spPr>
        <p:txBody>
          <a:bodyPr/>
          <a:p/>
        </p:txBody>
      </p:sp>
      <p:pic>
        <p:nvPicPr>
          <p:cNvPr id="24" name="Image 6" descr="Database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6350000" y="5435600"/>
            <a:ext cx="254000" cy="254000"/>
          </a:xfrm>
          <a:prstGeom prst="rect">
            <a:avLst/>
          </a:prstGeom>
        </p:spPr>
      </p:pic>
      <p:sp>
        <p:nvSpPr>
          <p:cNvPr id="25" name="Text 16"/>
          <p:cNvSpPr/>
          <p:nvPr/>
        </p:nvSpPr>
        <p:spPr>
          <a:xfrm>
            <a:off x="6731000" y="5455940"/>
            <a:ext cx="46482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pt-BR" sz="1200" dirty="0">
                <a:solidFill>
                  <a:srgbClr val="EEF1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observação curta de apoio.</a:t>
            </a:r>
            <a:endParaRPr lang="pt-BR" sz="1200" dirty="0"/>
          </a:p>
        </p:txBody>
      </p:sp>
      <p:sp>
        <p:nvSpPr>
          <p:cNvPr id="26" name="Text 17"/>
          <p:cNvSpPr/>
          <p:nvPr/>
        </p:nvSpPr>
        <p:spPr>
          <a:xfrm>
            <a:off x="812800" y="6238280"/>
            <a:ext cx="321111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pt-BR" sz="1200" dirty="0">
                <a:solidFill>
                  <a:srgbClr val="8A9B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Lube Distribuidora · Nome da apresentação</a:t>
            </a:r>
            <a:endParaRPr lang="pt-BR" sz="1200" dirty="0"/>
          </a:p>
        </p:txBody>
      </p:sp>
      <p:sp>
        <p:nvSpPr>
          <p:cNvPr id="27" name="Text 18"/>
          <p:cNvSpPr/>
          <p:nvPr/>
        </p:nvSpPr>
        <p:spPr>
          <a:xfrm>
            <a:off x="11145441" y="6238280"/>
            <a:ext cx="23375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pt-BR" sz="1200" dirty="0">
                <a:solidFill>
                  <a:srgbClr val="8A9BD6"/>
                </a:solidFill>
                <a:latin typeface="Arial" pitchFamily="49" charset="0"/>
                <a:ea typeface="Arial" pitchFamily="49" charset="-122"/>
                <a:cs typeface="Arial" pitchFamily="49" charset="-120"/>
              </a:rPr>
              <a:t>10</a:t>
            </a:r>
            <a:endParaRPr lang="pt-BR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03301" y="881360"/>
            <a:ext cx="374599" cy="76200"/>
          </a:xfrm>
          <a:prstGeom prst="rect">
            <a:avLst/>
          </a:prstGeom>
          <a:solidFill>
            <a:srgbClr val="E5101F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70000" y="812800"/>
            <a:ext cx="463724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pt-BR" sz="1200" b="1" spc="200" kern="0" dirty="0">
                <a:solidFill>
                  <a:srgbClr val="FF5A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DESTAQUES</a:t>
            </a:r>
            <a:endParaRPr lang="pt-BR" sz="1200" dirty="0"/>
          </a:p>
        </p:txBody>
      </p:sp>
      <p:sp>
        <p:nvSpPr>
          <p:cNvPr id="4" name="Text 2"/>
          <p:cNvSpPr/>
          <p:nvPr>
            <p:ph type="title"/>
          </p:nvPr>
        </p:nvSpPr>
        <p:spPr>
          <a:xfrm>
            <a:off x="812800" y="1178520"/>
            <a:ext cx="10883392" cy="528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60"/>
              </a:lnSpc>
              <a:buNone/>
            </a:pPr>
            <a:r>
              <a:rPr lang="pt-BR" sz="3600" b="1" i="0" spc="-50" kern="0" dirty="0">
                <a:solidFill>
                  <a:srgbClr val="F5F7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Seis pontos em lista</a:t>
            </a:r>
            <a:endParaRPr lang="pt-BR" sz="3600" dirty="0"/>
          </a:p>
        </p:txBody>
      </p:sp>
      <p:pic>
        <p:nvPicPr>
          <p:cNvPr id="5" name="Image 0" descr="Check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12800" y="3104654"/>
            <a:ext cx="254000" cy="2540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193800" y="3099594"/>
            <a:ext cx="4633198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80"/>
              </a:lnSpc>
              <a:buNone/>
            </a:pPr>
            <a:r>
              <a:rPr lang="pt-BR" sz="1600" dirty="0">
                <a:solidFill>
                  <a:srgbClr val="EEF1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Primeiro ponto, em uma linha</a:t>
            </a:r>
            <a:endParaRPr lang="pt-BR" sz="1600" dirty="0"/>
          </a:p>
        </p:txBody>
      </p:sp>
      <p:pic>
        <p:nvPicPr>
          <p:cNvPr id="7" name="Image 1" descr="Check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812800" y="3508474"/>
            <a:ext cx="254000" cy="2540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193800" y="3503414"/>
            <a:ext cx="5546646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80"/>
              </a:lnSpc>
              <a:buNone/>
            </a:pPr>
            <a:r>
              <a:rPr lang="pt-BR" sz="1600" dirty="0">
                <a:solidFill>
                  <a:srgbClr val="EEF1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Segundo ponto, em uma linha</a:t>
            </a:r>
            <a:endParaRPr lang="pt-BR" sz="1600" dirty="0"/>
          </a:p>
        </p:txBody>
      </p:sp>
      <p:pic>
        <p:nvPicPr>
          <p:cNvPr id="9" name="Image 2" descr="Check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12800" y="3912295"/>
            <a:ext cx="254000" cy="25400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193800" y="3907234"/>
            <a:ext cx="5081945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80"/>
              </a:lnSpc>
              <a:buNone/>
            </a:pPr>
            <a:r>
              <a:rPr lang="pt-BR" sz="1600" dirty="0">
                <a:solidFill>
                  <a:srgbClr val="EEF1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Terceiro ponto, em uma linha</a:t>
            </a:r>
            <a:endParaRPr lang="pt-BR" sz="1600" dirty="0"/>
          </a:p>
        </p:txBody>
      </p:sp>
      <p:pic>
        <p:nvPicPr>
          <p:cNvPr id="11" name="Image 3" descr="Check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812800" y="4316115"/>
            <a:ext cx="254000" cy="254000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1193800" y="4311055"/>
            <a:ext cx="5289590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80"/>
              </a:lnSpc>
              <a:buNone/>
            </a:pPr>
            <a:r>
              <a:rPr lang="pt-BR" sz="1600" dirty="0">
                <a:solidFill>
                  <a:srgbClr val="EEF1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Quarto ponto, em uma linha</a:t>
            </a:r>
            <a:endParaRPr lang="pt-BR" sz="1600" dirty="0"/>
          </a:p>
        </p:txBody>
      </p:sp>
      <p:pic>
        <p:nvPicPr>
          <p:cNvPr id="13" name="Image 4" descr="Check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812800" y="4719935"/>
            <a:ext cx="254000" cy="254000"/>
          </a:xfrm>
          <a:prstGeom prst="rect">
            <a:avLst/>
          </a:prstGeom>
        </p:spPr>
      </p:pic>
      <p:sp>
        <p:nvSpPr>
          <p:cNvPr id="14" name="Text 7"/>
          <p:cNvSpPr/>
          <p:nvPr/>
        </p:nvSpPr>
        <p:spPr>
          <a:xfrm>
            <a:off x="1193800" y="4714875"/>
            <a:ext cx="5263396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80"/>
              </a:lnSpc>
              <a:buNone/>
            </a:pPr>
            <a:r>
              <a:rPr lang="pt-BR" sz="1600" dirty="0">
                <a:solidFill>
                  <a:srgbClr val="EEF1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Quinto ponto, em uma linha</a:t>
            </a:r>
            <a:endParaRPr lang="pt-BR" sz="1600" dirty="0"/>
          </a:p>
        </p:txBody>
      </p:sp>
      <p:pic>
        <p:nvPicPr>
          <p:cNvPr id="15" name="Image 5" descr="Check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812800" y="5123755"/>
            <a:ext cx="254000" cy="254000"/>
          </a:xfrm>
          <a:prstGeom prst="rect">
            <a:avLst/>
          </a:prstGeom>
        </p:spPr>
      </p:pic>
      <p:sp>
        <p:nvSpPr>
          <p:cNvPr id="16" name="Text 8"/>
          <p:cNvSpPr/>
          <p:nvPr/>
        </p:nvSpPr>
        <p:spPr>
          <a:xfrm>
            <a:off x="1193800" y="5118695"/>
            <a:ext cx="5579507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80"/>
              </a:lnSpc>
              <a:buNone/>
            </a:pPr>
            <a:r>
              <a:rPr lang="pt-BR" sz="1600" dirty="0">
                <a:solidFill>
                  <a:srgbClr val="EEF1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Sexto ponto, em uma linha</a:t>
            </a:r>
            <a:endParaRPr lang="pt-BR" sz="1600" dirty="0"/>
          </a:p>
        </p:txBody>
      </p:sp>
      <p:sp>
        <p:nvSpPr>
          <p:cNvPr id="17" name="Shape 9"/>
          <p:cNvSpPr/>
          <p:nvPr/>
        </p:nvSpPr>
        <p:spPr>
          <a:xfrm>
            <a:off x="7315200" y="2640409"/>
            <a:ext cx="4064000" cy="3201591"/>
          </a:xfrm>
          <a:prstGeom prst="roundRect">
            <a:avLst>
              <a:gd name="adj" fmla="val 4760"/>
            </a:avLst>
          </a:prstGeom>
          <a:solidFill>
            <a:srgbClr val="0B47E0"/>
          </a:solidFill>
          <a:ln/>
        </p:spPr>
        <p:txBody>
          <a:bodyPr/>
          <a:p/>
        </p:txBody>
      </p:sp>
      <p:sp>
        <p:nvSpPr>
          <p:cNvPr id="18" name="Shape 10"/>
          <p:cNvSpPr/>
          <p:nvPr/>
        </p:nvSpPr>
        <p:spPr>
          <a:xfrm>
            <a:off x="7620000" y="2945209"/>
            <a:ext cx="3454400" cy="1143000"/>
          </a:xfrm>
          <a:prstGeom prst="roundRect">
            <a:avLst>
              <a:gd name="adj" fmla="val 11111"/>
            </a:avLst>
          </a:prstGeom>
          <a:solidFill>
            <a:srgbClr val="FBFBFD"/>
          </a:solidFill>
          <a:ln/>
        </p:spPr>
        <p:txBody>
          <a:bodyPr/>
          <a:p/>
        </p:txBody>
      </p:sp>
      <p:pic>
        <p:nvPicPr>
          <p:cNvPr id="19" name="Image 6" descr="Logo da Lube Distribuidora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8013700" y="3072209"/>
            <a:ext cx="2667000" cy="889000"/>
          </a:xfrm>
          <a:prstGeom prst="rect">
            <a:avLst/>
          </a:prstGeom>
        </p:spPr>
      </p:pic>
      <p:sp>
        <p:nvSpPr>
          <p:cNvPr id="20" name="Text 11"/>
          <p:cNvSpPr/>
          <p:nvPr/>
        </p:nvSpPr>
        <p:spPr>
          <a:xfrm>
            <a:off x="7620000" y="4240609"/>
            <a:ext cx="355803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pt-BR" sz="1200" dirty="0">
                <a:solidFill>
                  <a:srgbClr val="DCE2F5"/>
                </a:solidFill>
                <a:latin typeface="Arial" pitchFamily="49" charset="0"/>
                <a:ea typeface="Arial" pitchFamily="49" charset="-122"/>
                <a:cs typeface="Arial" pitchFamily="49" charset="-120"/>
              </a:rPr>
              <a:t>endereço, link ou referência</a:t>
            </a:r>
            <a:endParaRPr lang="pt-BR" sz="1200" dirty="0"/>
          </a:p>
        </p:txBody>
      </p:sp>
      <p:sp>
        <p:nvSpPr>
          <p:cNvPr id="21" name="Text 12"/>
          <p:cNvSpPr/>
          <p:nvPr/>
        </p:nvSpPr>
        <p:spPr>
          <a:xfrm>
            <a:off x="7620000" y="4606330"/>
            <a:ext cx="3558032" cy="3466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30"/>
              </a:lnSpc>
              <a:buNone/>
            </a:pPr>
            <a:r>
              <a:rPr lang="pt-BR" sz="2200" b="1" dirty="0">
                <a:solidFill>
                  <a:srgbClr val="F5F7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Destaque do cartão</a:t>
            </a:r>
            <a:endParaRPr lang="pt-BR" sz="2200" dirty="0"/>
          </a:p>
        </p:txBody>
      </p:sp>
      <p:sp>
        <p:nvSpPr>
          <p:cNvPr id="22" name="Text 13"/>
          <p:cNvSpPr/>
          <p:nvPr/>
        </p:nvSpPr>
        <p:spPr>
          <a:xfrm>
            <a:off x="7620000" y="5080000"/>
            <a:ext cx="3558032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pt-BR" sz="1200" dirty="0">
                <a:solidFill>
                  <a:srgbClr val="DCE2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frase curta de apoio ao destaque.</a:t>
            </a:r>
            <a:endParaRPr lang="pt-BR" sz="1200" dirty="0"/>
          </a:p>
        </p:txBody>
      </p:sp>
      <p:sp>
        <p:nvSpPr>
          <p:cNvPr id="23" name="Text 14"/>
          <p:cNvSpPr/>
          <p:nvPr/>
        </p:nvSpPr>
        <p:spPr>
          <a:xfrm>
            <a:off x="812800" y="6238280"/>
            <a:ext cx="321111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pt-BR" sz="1200" dirty="0">
                <a:solidFill>
                  <a:srgbClr val="8A9B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Lube Distribuidora · Nome da apresentação</a:t>
            </a:r>
            <a:endParaRPr lang="pt-BR" sz="1200" dirty="0"/>
          </a:p>
        </p:txBody>
      </p:sp>
      <p:sp>
        <p:nvSpPr>
          <p:cNvPr id="24" name="Text 15"/>
          <p:cNvSpPr/>
          <p:nvPr/>
        </p:nvSpPr>
        <p:spPr>
          <a:xfrm>
            <a:off x="11145441" y="6238280"/>
            <a:ext cx="23375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pt-BR" sz="1200" dirty="0">
                <a:solidFill>
                  <a:srgbClr val="8A9BD6"/>
                </a:solidFill>
                <a:latin typeface="Arial" pitchFamily="49" charset="0"/>
                <a:ea typeface="Arial" pitchFamily="49" charset="-122"/>
                <a:cs typeface="Arial" pitchFamily="49" charset="-120"/>
              </a:rPr>
              <a:t>11</a:t>
            </a:r>
            <a:endParaRPr lang="pt-BR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03301" y="881360"/>
            <a:ext cx="374599" cy="76200"/>
          </a:xfrm>
          <a:prstGeom prst="rect">
            <a:avLst/>
          </a:prstGeom>
          <a:solidFill>
            <a:srgbClr val="E5101F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70000" y="812800"/>
            <a:ext cx="197346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pt-BR" sz="1200" b="1" spc="200" kern="0" dirty="0">
                <a:solidFill>
                  <a:srgbClr val="FF5A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PILARES</a:t>
            </a:r>
            <a:endParaRPr lang="pt-BR" sz="1200" dirty="0"/>
          </a:p>
        </p:txBody>
      </p:sp>
      <p:sp>
        <p:nvSpPr>
          <p:cNvPr id="4" name="Text 2"/>
          <p:cNvSpPr/>
          <p:nvPr>
            <p:ph type="title"/>
          </p:nvPr>
        </p:nvSpPr>
        <p:spPr>
          <a:xfrm>
            <a:off x="812800" y="1178520"/>
            <a:ext cx="10883392" cy="528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60"/>
              </a:lnSpc>
              <a:buNone/>
            </a:pPr>
            <a:r>
              <a:rPr lang="pt-BR" sz="3600" b="1" i="0" spc="-50" kern="0" dirty="0">
                <a:solidFill>
                  <a:srgbClr val="F5F7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Quatro pilares do tema</a:t>
            </a:r>
            <a:endParaRPr lang="pt-BR" sz="3600" dirty="0"/>
          </a:p>
        </p:txBody>
      </p:sp>
      <p:sp>
        <p:nvSpPr>
          <p:cNvPr id="5" name="Text 3"/>
          <p:cNvSpPr/>
          <p:nvPr/>
        </p:nvSpPr>
        <p:spPr>
          <a:xfrm>
            <a:off x="812800" y="1833761"/>
            <a:ext cx="9810750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20"/>
              </a:lnSpc>
              <a:buNone/>
            </a:pPr>
            <a:r>
              <a:rPr lang="pt-BR" sz="1600" dirty="0">
                <a:solidFill>
                  <a:srgbClr val="C3C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linha que resume o que os quatro têm em comum.</a:t>
            </a:r>
            <a:endParaRPr lang="pt-BR" sz="1600" dirty="0"/>
          </a:p>
        </p:txBody>
      </p:sp>
      <p:sp>
        <p:nvSpPr>
          <p:cNvPr id="6" name="Shape 4"/>
          <p:cNvSpPr/>
          <p:nvPr/>
        </p:nvSpPr>
        <p:spPr>
          <a:xfrm>
            <a:off x="815975" y="3414514"/>
            <a:ext cx="2482850" cy="2424311"/>
          </a:xfrm>
          <a:prstGeom prst="roundRect">
            <a:avLst>
              <a:gd name="adj" fmla="val 5108"/>
            </a:avLst>
          </a:prstGeom>
          <a:solidFill>
            <a:srgbClr val="0B2180"/>
          </a:solidFill>
          <a:ln w="6350">
            <a:solidFill>
              <a:srgbClr val="2549C9"/>
            </a:solidFill>
            <a:prstDash val="solid"/>
          </a:ln>
        </p:spPr>
        <p:txBody>
          <a:bodyPr/>
          <a:p/>
        </p:txBody>
      </p:sp>
      <p:pic>
        <p:nvPicPr>
          <p:cNvPr id="7" name="Image 0" descr="Trust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47750" y="3671689"/>
            <a:ext cx="304800" cy="3048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047750" y="4078089"/>
            <a:ext cx="2079879" cy="5129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pt-BR" sz="1600" b="1" dirty="0">
                <a:solidFill>
                  <a:srgbClr val="F5F7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Primeiro pilar</a:t>
            </a:r>
            <a:endParaRPr lang="pt-BR" sz="1600" dirty="0"/>
          </a:p>
        </p:txBody>
      </p:sp>
      <p:sp>
        <p:nvSpPr>
          <p:cNvPr id="9" name="Text 6"/>
          <p:cNvSpPr/>
          <p:nvPr/>
        </p:nvSpPr>
        <p:spPr>
          <a:xfrm>
            <a:off x="1047750" y="4667250"/>
            <a:ext cx="2079879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pt-BR" sz="1200" dirty="0">
                <a:solidFill>
                  <a:srgbClr val="C3C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Explique o pilar em uma ou duas linhas.</a:t>
            </a:r>
            <a:endParaRPr lang="pt-BR" sz="1200" dirty="0"/>
          </a:p>
        </p:txBody>
      </p:sp>
      <p:sp>
        <p:nvSpPr>
          <p:cNvPr id="10" name="Shape 7"/>
          <p:cNvSpPr/>
          <p:nvPr/>
        </p:nvSpPr>
        <p:spPr>
          <a:xfrm>
            <a:off x="3508375" y="3414514"/>
            <a:ext cx="2482850" cy="2424311"/>
          </a:xfrm>
          <a:prstGeom prst="roundRect">
            <a:avLst>
              <a:gd name="adj" fmla="val 5108"/>
            </a:avLst>
          </a:prstGeom>
          <a:solidFill>
            <a:srgbClr val="0B2180"/>
          </a:solidFill>
          <a:ln w="6350">
            <a:solidFill>
              <a:srgbClr val="2549C9"/>
            </a:solidFill>
            <a:prstDash val="solid"/>
          </a:ln>
        </p:spPr>
        <p:txBody>
          <a:bodyPr/>
          <a:p/>
        </p:txBody>
      </p:sp>
      <p:pic>
        <p:nvPicPr>
          <p:cNvPr id="11" name="Image 1" descr="Key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740150" y="3671689"/>
            <a:ext cx="304800" cy="3048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740150" y="4078089"/>
            <a:ext cx="2079879" cy="5129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pt-BR" sz="1600" b="1" dirty="0">
                <a:solidFill>
                  <a:srgbClr val="F5F7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Segundo pilar</a:t>
            </a:r>
            <a:endParaRPr lang="pt-BR" sz="1600" dirty="0"/>
          </a:p>
        </p:txBody>
      </p:sp>
      <p:sp>
        <p:nvSpPr>
          <p:cNvPr id="13" name="Text 9"/>
          <p:cNvSpPr/>
          <p:nvPr/>
        </p:nvSpPr>
        <p:spPr>
          <a:xfrm>
            <a:off x="3740150" y="4667250"/>
            <a:ext cx="2079879" cy="939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pt-BR" sz="1200" dirty="0">
                <a:solidFill>
                  <a:srgbClr val="C3C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Explique o pilar em uma ou duas linhas.</a:t>
            </a:r>
            <a:endParaRPr lang="pt-BR" sz="1200" dirty="0"/>
          </a:p>
        </p:txBody>
      </p:sp>
      <p:sp>
        <p:nvSpPr>
          <p:cNvPr id="14" name="Shape 10"/>
          <p:cNvSpPr/>
          <p:nvPr/>
        </p:nvSpPr>
        <p:spPr>
          <a:xfrm>
            <a:off x="6200775" y="3414514"/>
            <a:ext cx="2482850" cy="2424311"/>
          </a:xfrm>
          <a:prstGeom prst="roundRect">
            <a:avLst>
              <a:gd name="adj" fmla="val 5108"/>
            </a:avLst>
          </a:prstGeom>
          <a:solidFill>
            <a:srgbClr val="0B2180"/>
          </a:solidFill>
          <a:ln w="6350">
            <a:solidFill>
              <a:srgbClr val="2549C9"/>
            </a:solidFill>
            <a:prstDash val="solid"/>
          </a:ln>
        </p:spPr>
        <p:txBody>
          <a:bodyPr/>
          <a:p/>
        </p:txBody>
      </p:sp>
      <p:pic>
        <p:nvPicPr>
          <p:cNvPr id="15" name="Image 2" descr="Lightbulb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432550" y="3671689"/>
            <a:ext cx="304800" cy="30480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432550" y="4078089"/>
            <a:ext cx="2079879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pt-BR" sz="1600" b="1" dirty="0">
                <a:solidFill>
                  <a:srgbClr val="F5F7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Terceiro pilar</a:t>
            </a:r>
            <a:endParaRPr lang="pt-BR" sz="1600" dirty="0"/>
          </a:p>
        </p:txBody>
      </p:sp>
      <p:sp>
        <p:nvSpPr>
          <p:cNvPr id="17" name="Text 12"/>
          <p:cNvSpPr/>
          <p:nvPr/>
        </p:nvSpPr>
        <p:spPr>
          <a:xfrm>
            <a:off x="6432550" y="4423470"/>
            <a:ext cx="2079879" cy="939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pt-BR" sz="1200" dirty="0">
                <a:solidFill>
                  <a:srgbClr val="C3C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Explique o pilar em uma ou duas linhas.</a:t>
            </a:r>
            <a:endParaRPr lang="pt-BR" sz="1200" dirty="0"/>
          </a:p>
        </p:txBody>
      </p:sp>
      <p:sp>
        <p:nvSpPr>
          <p:cNvPr id="18" name="Shape 13"/>
          <p:cNvSpPr/>
          <p:nvPr/>
        </p:nvSpPr>
        <p:spPr>
          <a:xfrm>
            <a:off x="8893175" y="3414514"/>
            <a:ext cx="2482850" cy="2424311"/>
          </a:xfrm>
          <a:prstGeom prst="roundRect">
            <a:avLst>
              <a:gd name="adj" fmla="val 5108"/>
            </a:avLst>
          </a:prstGeom>
          <a:solidFill>
            <a:srgbClr val="0B2180"/>
          </a:solidFill>
          <a:ln w="6350">
            <a:solidFill>
              <a:srgbClr val="2549C9"/>
            </a:solidFill>
            <a:prstDash val="solid"/>
          </a:ln>
        </p:spPr>
        <p:txBody>
          <a:bodyPr/>
          <a:p/>
        </p:txBody>
      </p:sp>
      <p:pic>
        <p:nvPicPr>
          <p:cNvPr id="19" name="Image 3" descr="Globe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9124950" y="3671689"/>
            <a:ext cx="304800" cy="304800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9124950" y="4078089"/>
            <a:ext cx="2079879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pt-BR" sz="1600" b="1" dirty="0">
                <a:solidFill>
                  <a:srgbClr val="F5F7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Quarto pilar</a:t>
            </a:r>
            <a:endParaRPr lang="pt-BR" sz="1600" dirty="0"/>
          </a:p>
        </p:txBody>
      </p:sp>
      <p:sp>
        <p:nvSpPr>
          <p:cNvPr id="21" name="Text 15"/>
          <p:cNvSpPr/>
          <p:nvPr/>
        </p:nvSpPr>
        <p:spPr>
          <a:xfrm>
            <a:off x="9124950" y="4423470"/>
            <a:ext cx="2079879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pt-BR" sz="1200" dirty="0">
                <a:solidFill>
                  <a:srgbClr val="C3C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Explique o pilar em uma ou duas linhas.</a:t>
            </a:r>
            <a:endParaRPr lang="pt-BR" sz="1200" dirty="0"/>
          </a:p>
        </p:txBody>
      </p:sp>
      <p:sp>
        <p:nvSpPr>
          <p:cNvPr id="22" name="Text 16"/>
          <p:cNvSpPr/>
          <p:nvPr/>
        </p:nvSpPr>
        <p:spPr>
          <a:xfrm>
            <a:off x="812800" y="6238280"/>
            <a:ext cx="321111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pt-BR" sz="1200" dirty="0">
                <a:solidFill>
                  <a:srgbClr val="8A9B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Lube Distribuidora · Nome da apresentação</a:t>
            </a:r>
            <a:endParaRPr lang="pt-BR" sz="1200" dirty="0"/>
          </a:p>
        </p:txBody>
      </p:sp>
      <p:sp>
        <p:nvSpPr>
          <p:cNvPr id="23" name="Text 17"/>
          <p:cNvSpPr/>
          <p:nvPr/>
        </p:nvSpPr>
        <p:spPr>
          <a:xfrm>
            <a:off x="11145441" y="6238280"/>
            <a:ext cx="23375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pt-BR" sz="1200" dirty="0">
                <a:solidFill>
                  <a:srgbClr val="8A9BD6"/>
                </a:solidFill>
                <a:latin typeface="Arial" pitchFamily="49" charset="0"/>
                <a:ea typeface="Arial" pitchFamily="49" charset="-122"/>
                <a:cs typeface="Arial" pitchFamily="49" charset="-120"/>
              </a:rPr>
              <a:t>12</a:t>
            </a:r>
            <a:endParaRPr lang="pt-BR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238280"/>
            <a:ext cx="321111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pt-BR" sz="1200" dirty="0">
                <a:solidFill>
                  <a:srgbClr val="8A9B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Lube Distribuidora · Nome da apresentação</a:t>
            </a:r>
            <a:endParaRPr lang="pt-BR" sz="1200" dirty="0"/>
          </a:p>
        </p:txBody>
      </p:sp>
      <p:sp>
        <p:nvSpPr>
          <p:cNvPr id="3" name="Text 1"/>
          <p:cNvSpPr/>
          <p:nvPr/>
        </p:nvSpPr>
        <p:spPr>
          <a:xfrm>
            <a:off x="11145441" y="6238280"/>
            <a:ext cx="23375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pt-BR" sz="1200" dirty="0">
                <a:solidFill>
                  <a:srgbClr val="8A9BD6"/>
                </a:solidFill>
                <a:latin typeface="Arial" pitchFamily="49" charset="0"/>
                <a:ea typeface="Arial" pitchFamily="49" charset="-122"/>
                <a:cs typeface="Arial" pitchFamily="49" charset="-120"/>
              </a:rPr>
              <a:t>13</a:t>
            </a:r>
            <a:endParaRPr lang="pt-BR" sz="1200" dirty="0"/>
          </a:p>
        </p:txBody>
      </p:sp>
      <p:sp>
        <p:nvSpPr>
          <p:cNvPr id="4" name="Shape 2"/>
          <p:cNvSpPr/>
          <p:nvPr/>
        </p:nvSpPr>
        <p:spPr>
          <a:xfrm>
            <a:off x="803301" y="882650"/>
            <a:ext cx="374599" cy="76200"/>
          </a:xfrm>
          <a:prstGeom prst="rect">
            <a:avLst/>
          </a:prstGeom>
          <a:solidFill>
            <a:srgbClr val="E5101F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270000" y="814090"/>
            <a:ext cx="257675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pt-BR" sz="1200" b="1" spc="200" kern="0" dirty="0">
                <a:solidFill>
                  <a:srgbClr val="FF5A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VISÃO GERAL</a:t>
            </a:r>
            <a:endParaRPr lang="pt-BR" sz="1200" dirty="0"/>
          </a:p>
        </p:txBody>
      </p:sp>
      <p:sp>
        <p:nvSpPr>
          <p:cNvPr id="6" name="Text 4"/>
          <p:cNvSpPr/>
          <p:nvPr>
            <p:ph type="title"/>
          </p:nvPr>
        </p:nvSpPr>
        <p:spPr>
          <a:xfrm>
            <a:off x="812800" y="1181100"/>
            <a:ext cx="10883392" cy="528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60"/>
              </a:lnSpc>
              <a:buNone/>
            </a:pPr>
            <a:r>
              <a:rPr lang="pt-BR" sz="3600" b="1" i="0" spc="-50" kern="0" dirty="0">
                <a:solidFill>
                  <a:srgbClr val="F5F7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Tudo num só mapa, por área</a:t>
            </a:r>
            <a:endParaRPr lang="pt-BR" sz="3600" dirty="0"/>
          </a:p>
        </p:txBody>
      </p:sp>
      <p:sp>
        <p:nvSpPr>
          <p:cNvPr id="7" name="Text 5"/>
          <p:cNvSpPr/>
          <p:nvPr/>
        </p:nvSpPr>
        <p:spPr>
          <a:xfrm>
            <a:off x="812800" y="2260600"/>
            <a:ext cx="207201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pt-BR" sz="1200" b="1" dirty="0">
                <a:solidFill>
                  <a:srgbClr val="5B9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Área 1</a:t>
            </a:r>
            <a:endParaRPr lang="pt-BR" sz="1200" dirty="0"/>
          </a:p>
        </p:txBody>
      </p:sp>
      <p:sp>
        <p:nvSpPr>
          <p:cNvPr id="8" name="Shape 6"/>
          <p:cNvSpPr/>
          <p:nvPr/>
        </p:nvSpPr>
        <p:spPr>
          <a:xfrm>
            <a:off x="815975" y="2565995"/>
            <a:ext cx="2005310" cy="895152"/>
          </a:xfrm>
          <a:prstGeom prst="roundRect">
            <a:avLst>
              <a:gd name="adj" fmla="val 10995"/>
            </a:avLst>
          </a:prstGeom>
          <a:solidFill>
            <a:srgbClr val="0B2180"/>
          </a:solidFill>
          <a:ln w="6350">
            <a:solidFill>
              <a:srgbClr val="2549C9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958850" y="2696170"/>
            <a:ext cx="1771147" cy="2234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pt-BR" sz="1200" b="1" dirty="0">
                <a:solidFill>
                  <a:srgbClr val="F5F7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Item</a:t>
            </a:r>
            <a:endParaRPr lang="pt-BR" sz="1200" dirty="0"/>
          </a:p>
        </p:txBody>
      </p:sp>
      <p:sp>
        <p:nvSpPr>
          <p:cNvPr id="10" name="Text 8"/>
          <p:cNvSpPr/>
          <p:nvPr/>
        </p:nvSpPr>
        <p:spPr>
          <a:xfrm>
            <a:off x="958850" y="2919611"/>
            <a:ext cx="1771147" cy="4367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pt-BR" sz="1200" dirty="0">
                <a:solidFill>
                  <a:srgbClr val="C3C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Descrição curta</a:t>
            </a:r>
            <a:endParaRPr lang="pt-BR" sz="1200" dirty="0"/>
          </a:p>
        </p:txBody>
      </p:sp>
      <p:sp>
        <p:nvSpPr>
          <p:cNvPr id="11" name="Shape 9"/>
          <p:cNvSpPr/>
          <p:nvPr/>
        </p:nvSpPr>
        <p:spPr>
          <a:xfrm>
            <a:off x="815975" y="3556397"/>
            <a:ext cx="2005310" cy="1093192"/>
          </a:xfrm>
          <a:prstGeom prst="roundRect">
            <a:avLst>
              <a:gd name="adj" fmla="val 9003"/>
            </a:avLst>
          </a:prstGeom>
          <a:solidFill>
            <a:srgbClr val="0B2180"/>
          </a:solidFill>
          <a:ln w="6350">
            <a:solidFill>
              <a:srgbClr val="2549C9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958850" y="3686572"/>
            <a:ext cx="1771147" cy="4214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pt-BR" sz="1200" b="1" dirty="0">
                <a:solidFill>
                  <a:srgbClr val="F5F7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Item</a:t>
            </a:r>
            <a:endParaRPr lang="pt-BR" sz="1200" dirty="0"/>
          </a:p>
        </p:txBody>
      </p:sp>
      <p:sp>
        <p:nvSpPr>
          <p:cNvPr id="13" name="Text 11"/>
          <p:cNvSpPr/>
          <p:nvPr/>
        </p:nvSpPr>
        <p:spPr>
          <a:xfrm>
            <a:off x="958850" y="4108053"/>
            <a:ext cx="1771147" cy="4367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pt-BR" sz="1200" dirty="0">
                <a:solidFill>
                  <a:srgbClr val="C3C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Descrição curta</a:t>
            </a:r>
            <a:endParaRPr lang="pt-BR" sz="1200" dirty="0"/>
          </a:p>
        </p:txBody>
      </p:sp>
      <p:sp>
        <p:nvSpPr>
          <p:cNvPr id="14" name="Shape 12"/>
          <p:cNvSpPr/>
          <p:nvPr/>
        </p:nvSpPr>
        <p:spPr>
          <a:xfrm>
            <a:off x="815975" y="4744839"/>
            <a:ext cx="2005310" cy="895152"/>
          </a:xfrm>
          <a:prstGeom prst="roundRect">
            <a:avLst>
              <a:gd name="adj" fmla="val 10995"/>
            </a:avLst>
          </a:prstGeom>
          <a:solidFill>
            <a:srgbClr val="0B2180"/>
          </a:solidFill>
          <a:ln w="6350">
            <a:solidFill>
              <a:srgbClr val="2549C9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958850" y="4875014"/>
            <a:ext cx="1771147" cy="2234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pt-BR" sz="1200" b="1" dirty="0">
                <a:solidFill>
                  <a:srgbClr val="F5F7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Item</a:t>
            </a:r>
            <a:endParaRPr lang="pt-BR" sz="1200" dirty="0"/>
          </a:p>
        </p:txBody>
      </p:sp>
      <p:sp>
        <p:nvSpPr>
          <p:cNvPr id="16" name="Text 14"/>
          <p:cNvSpPr/>
          <p:nvPr/>
        </p:nvSpPr>
        <p:spPr>
          <a:xfrm>
            <a:off x="958850" y="5098455"/>
            <a:ext cx="1771147" cy="4367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pt-BR" sz="1200" dirty="0">
                <a:solidFill>
                  <a:srgbClr val="C3C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Descrição curta</a:t>
            </a:r>
            <a:endParaRPr lang="pt-BR" sz="1200" dirty="0"/>
          </a:p>
        </p:txBody>
      </p:sp>
      <p:sp>
        <p:nvSpPr>
          <p:cNvPr id="17" name="Text 15"/>
          <p:cNvSpPr/>
          <p:nvPr/>
        </p:nvSpPr>
        <p:spPr>
          <a:xfrm>
            <a:off x="2951460" y="2260600"/>
            <a:ext cx="207211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pt-BR" sz="1200" b="1" dirty="0">
                <a:solidFill>
                  <a:srgbClr val="5B9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Área 2</a:t>
            </a:r>
            <a:endParaRPr lang="pt-BR" sz="1200" dirty="0"/>
          </a:p>
        </p:txBody>
      </p:sp>
      <p:sp>
        <p:nvSpPr>
          <p:cNvPr id="18" name="Shape 16"/>
          <p:cNvSpPr/>
          <p:nvPr/>
        </p:nvSpPr>
        <p:spPr>
          <a:xfrm>
            <a:off x="2954635" y="2565995"/>
            <a:ext cx="2005409" cy="895152"/>
          </a:xfrm>
          <a:prstGeom prst="roundRect">
            <a:avLst>
              <a:gd name="adj" fmla="val 10995"/>
            </a:avLst>
          </a:prstGeom>
          <a:solidFill>
            <a:srgbClr val="0B2180"/>
          </a:solidFill>
          <a:ln w="6350">
            <a:solidFill>
              <a:srgbClr val="2549C9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3097510" y="2696170"/>
            <a:ext cx="1771249" cy="2234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pt-BR" sz="1200" b="1" dirty="0">
                <a:solidFill>
                  <a:srgbClr val="F5F7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Item</a:t>
            </a:r>
            <a:endParaRPr lang="pt-BR" sz="1200" dirty="0"/>
          </a:p>
        </p:txBody>
      </p:sp>
      <p:sp>
        <p:nvSpPr>
          <p:cNvPr id="20" name="Text 18"/>
          <p:cNvSpPr/>
          <p:nvPr/>
        </p:nvSpPr>
        <p:spPr>
          <a:xfrm>
            <a:off x="3097510" y="2919611"/>
            <a:ext cx="1771249" cy="4367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pt-BR" sz="1200" dirty="0">
                <a:solidFill>
                  <a:srgbClr val="C3C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Descrição curta</a:t>
            </a:r>
            <a:endParaRPr lang="pt-BR" sz="1200" dirty="0"/>
          </a:p>
        </p:txBody>
      </p:sp>
      <p:sp>
        <p:nvSpPr>
          <p:cNvPr id="21" name="Shape 19"/>
          <p:cNvSpPr/>
          <p:nvPr/>
        </p:nvSpPr>
        <p:spPr>
          <a:xfrm>
            <a:off x="2954635" y="3556397"/>
            <a:ext cx="2005409" cy="1093192"/>
          </a:xfrm>
          <a:prstGeom prst="roundRect">
            <a:avLst>
              <a:gd name="adj" fmla="val 9003"/>
            </a:avLst>
          </a:prstGeom>
          <a:solidFill>
            <a:srgbClr val="0B2180"/>
          </a:solidFill>
          <a:ln w="6350">
            <a:solidFill>
              <a:srgbClr val="2549C9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3097510" y="3686572"/>
            <a:ext cx="1771249" cy="4214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pt-BR" sz="1200" b="1" dirty="0">
                <a:solidFill>
                  <a:srgbClr val="F5F7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Item</a:t>
            </a:r>
            <a:endParaRPr lang="pt-BR" sz="1200" dirty="0"/>
          </a:p>
        </p:txBody>
      </p:sp>
      <p:sp>
        <p:nvSpPr>
          <p:cNvPr id="23" name="Text 21"/>
          <p:cNvSpPr/>
          <p:nvPr/>
        </p:nvSpPr>
        <p:spPr>
          <a:xfrm>
            <a:off x="3097510" y="4108053"/>
            <a:ext cx="1771249" cy="4367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pt-BR" sz="1200" dirty="0">
                <a:solidFill>
                  <a:srgbClr val="C3C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Descrição curta</a:t>
            </a:r>
            <a:endParaRPr lang="pt-BR" sz="1200" dirty="0"/>
          </a:p>
        </p:txBody>
      </p:sp>
      <p:sp>
        <p:nvSpPr>
          <p:cNvPr id="24" name="Shape 22"/>
          <p:cNvSpPr/>
          <p:nvPr/>
        </p:nvSpPr>
        <p:spPr>
          <a:xfrm>
            <a:off x="2954635" y="4744839"/>
            <a:ext cx="2005409" cy="1093192"/>
          </a:xfrm>
          <a:prstGeom prst="roundRect">
            <a:avLst>
              <a:gd name="adj" fmla="val 9003"/>
            </a:avLst>
          </a:prstGeom>
          <a:solidFill>
            <a:srgbClr val="0B2180"/>
          </a:solidFill>
          <a:ln w="6350">
            <a:solidFill>
              <a:srgbClr val="2549C9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3097510" y="4875014"/>
            <a:ext cx="1771249" cy="4214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pt-BR" sz="1200" b="1" dirty="0">
                <a:solidFill>
                  <a:srgbClr val="F5F7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Item</a:t>
            </a:r>
            <a:endParaRPr lang="pt-BR" sz="1200" dirty="0"/>
          </a:p>
        </p:txBody>
      </p:sp>
      <p:sp>
        <p:nvSpPr>
          <p:cNvPr id="26" name="Text 24"/>
          <p:cNvSpPr/>
          <p:nvPr/>
        </p:nvSpPr>
        <p:spPr>
          <a:xfrm>
            <a:off x="3097510" y="5296495"/>
            <a:ext cx="1771249" cy="4367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pt-BR" sz="1200" dirty="0">
                <a:solidFill>
                  <a:srgbClr val="C3C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Descrição curta</a:t>
            </a:r>
            <a:endParaRPr lang="pt-BR" sz="1200" dirty="0"/>
          </a:p>
        </p:txBody>
      </p:sp>
      <p:sp>
        <p:nvSpPr>
          <p:cNvPr id="27" name="Text 25"/>
          <p:cNvSpPr/>
          <p:nvPr/>
        </p:nvSpPr>
        <p:spPr>
          <a:xfrm>
            <a:off x="5090220" y="2260600"/>
            <a:ext cx="207201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pt-BR" sz="1200" b="1" dirty="0">
                <a:solidFill>
                  <a:srgbClr val="5B9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Área 3</a:t>
            </a:r>
            <a:endParaRPr lang="pt-BR" sz="1200" dirty="0"/>
          </a:p>
        </p:txBody>
      </p:sp>
      <p:sp>
        <p:nvSpPr>
          <p:cNvPr id="28" name="Shape 26"/>
          <p:cNvSpPr/>
          <p:nvPr/>
        </p:nvSpPr>
        <p:spPr>
          <a:xfrm>
            <a:off x="5093395" y="2565995"/>
            <a:ext cx="2005310" cy="895152"/>
          </a:xfrm>
          <a:prstGeom prst="roundRect">
            <a:avLst>
              <a:gd name="adj" fmla="val 10995"/>
            </a:avLst>
          </a:prstGeom>
          <a:solidFill>
            <a:srgbClr val="0B2180"/>
          </a:solidFill>
          <a:ln w="6350">
            <a:solidFill>
              <a:srgbClr val="2549C9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5236270" y="2696170"/>
            <a:ext cx="1771147" cy="2234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pt-BR" sz="1200" b="1" dirty="0">
                <a:solidFill>
                  <a:srgbClr val="F5F7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Item</a:t>
            </a:r>
            <a:endParaRPr lang="pt-BR" sz="1200" dirty="0"/>
          </a:p>
        </p:txBody>
      </p:sp>
      <p:sp>
        <p:nvSpPr>
          <p:cNvPr id="30" name="Text 28"/>
          <p:cNvSpPr/>
          <p:nvPr/>
        </p:nvSpPr>
        <p:spPr>
          <a:xfrm>
            <a:off x="5236270" y="2919611"/>
            <a:ext cx="1771147" cy="4367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pt-BR" sz="1200" dirty="0">
                <a:solidFill>
                  <a:srgbClr val="C3C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Descrição curta</a:t>
            </a:r>
            <a:endParaRPr lang="pt-BR" sz="1200" dirty="0"/>
          </a:p>
        </p:txBody>
      </p:sp>
      <p:sp>
        <p:nvSpPr>
          <p:cNvPr id="31" name="Shape 29"/>
          <p:cNvSpPr/>
          <p:nvPr/>
        </p:nvSpPr>
        <p:spPr>
          <a:xfrm>
            <a:off x="5093395" y="3556397"/>
            <a:ext cx="2005310" cy="895152"/>
          </a:xfrm>
          <a:prstGeom prst="roundRect">
            <a:avLst>
              <a:gd name="adj" fmla="val 10995"/>
            </a:avLst>
          </a:prstGeom>
          <a:solidFill>
            <a:srgbClr val="0B2180"/>
          </a:solidFill>
          <a:ln w="6350">
            <a:solidFill>
              <a:srgbClr val="2549C9"/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5236270" y="3686572"/>
            <a:ext cx="1771147" cy="2234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pt-BR" sz="1200" b="1" dirty="0">
                <a:solidFill>
                  <a:srgbClr val="F5F7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Item</a:t>
            </a:r>
            <a:endParaRPr lang="pt-BR" sz="1200" dirty="0"/>
          </a:p>
        </p:txBody>
      </p:sp>
      <p:sp>
        <p:nvSpPr>
          <p:cNvPr id="33" name="Text 31"/>
          <p:cNvSpPr/>
          <p:nvPr/>
        </p:nvSpPr>
        <p:spPr>
          <a:xfrm>
            <a:off x="5236270" y="3910013"/>
            <a:ext cx="1771147" cy="4367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pt-BR" sz="1200" dirty="0">
                <a:solidFill>
                  <a:srgbClr val="C3C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Descrição curta</a:t>
            </a:r>
            <a:endParaRPr lang="pt-BR" sz="1200" dirty="0"/>
          </a:p>
        </p:txBody>
      </p:sp>
      <p:sp>
        <p:nvSpPr>
          <p:cNvPr id="34" name="Shape 32"/>
          <p:cNvSpPr/>
          <p:nvPr/>
        </p:nvSpPr>
        <p:spPr>
          <a:xfrm>
            <a:off x="5093395" y="4546798"/>
            <a:ext cx="2005310" cy="895152"/>
          </a:xfrm>
          <a:prstGeom prst="roundRect">
            <a:avLst>
              <a:gd name="adj" fmla="val 10995"/>
            </a:avLst>
          </a:prstGeom>
          <a:solidFill>
            <a:srgbClr val="0B2180"/>
          </a:solidFill>
          <a:ln w="6350">
            <a:solidFill>
              <a:srgbClr val="2549C9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5236270" y="4676973"/>
            <a:ext cx="1771147" cy="2234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pt-BR" sz="1200" b="1" dirty="0">
                <a:solidFill>
                  <a:srgbClr val="F5F7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Item</a:t>
            </a:r>
            <a:endParaRPr lang="pt-BR" sz="1200" dirty="0"/>
          </a:p>
        </p:txBody>
      </p:sp>
      <p:sp>
        <p:nvSpPr>
          <p:cNvPr id="36" name="Text 34"/>
          <p:cNvSpPr/>
          <p:nvPr/>
        </p:nvSpPr>
        <p:spPr>
          <a:xfrm>
            <a:off x="5236270" y="4900414"/>
            <a:ext cx="1771147" cy="4367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pt-BR" sz="1200" dirty="0">
                <a:solidFill>
                  <a:srgbClr val="C3C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Descrição curta</a:t>
            </a:r>
            <a:endParaRPr lang="pt-BR" sz="1200" dirty="0"/>
          </a:p>
        </p:txBody>
      </p:sp>
      <p:sp>
        <p:nvSpPr>
          <p:cNvPr id="37" name="Text 35"/>
          <p:cNvSpPr/>
          <p:nvPr/>
        </p:nvSpPr>
        <p:spPr>
          <a:xfrm>
            <a:off x="7228880" y="2260600"/>
            <a:ext cx="207201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pt-BR" sz="1200" b="1" dirty="0">
                <a:solidFill>
                  <a:srgbClr val="5B9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Área 4</a:t>
            </a:r>
            <a:endParaRPr lang="pt-BR" sz="1200" dirty="0"/>
          </a:p>
        </p:txBody>
      </p:sp>
      <p:sp>
        <p:nvSpPr>
          <p:cNvPr id="38" name="Shape 36"/>
          <p:cNvSpPr/>
          <p:nvPr/>
        </p:nvSpPr>
        <p:spPr>
          <a:xfrm>
            <a:off x="7232055" y="2565995"/>
            <a:ext cx="2005310" cy="895152"/>
          </a:xfrm>
          <a:prstGeom prst="roundRect">
            <a:avLst>
              <a:gd name="adj" fmla="val 10995"/>
            </a:avLst>
          </a:prstGeom>
          <a:solidFill>
            <a:srgbClr val="0B2180"/>
          </a:solidFill>
          <a:ln w="6350">
            <a:solidFill>
              <a:srgbClr val="2549C9"/>
            </a:solidFill>
            <a:prstDash val="solid"/>
          </a:ln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7374930" y="2696170"/>
            <a:ext cx="1771147" cy="2234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pt-BR" sz="1200" b="1" dirty="0">
                <a:solidFill>
                  <a:srgbClr val="F5F7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Item</a:t>
            </a:r>
            <a:endParaRPr lang="pt-BR" sz="1200" dirty="0"/>
          </a:p>
        </p:txBody>
      </p:sp>
      <p:sp>
        <p:nvSpPr>
          <p:cNvPr id="40" name="Text 38"/>
          <p:cNvSpPr/>
          <p:nvPr/>
        </p:nvSpPr>
        <p:spPr>
          <a:xfrm>
            <a:off x="7374930" y="2919611"/>
            <a:ext cx="1771147" cy="4367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pt-BR" sz="1200" dirty="0">
                <a:solidFill>
                  <a:srgbClr val="C3C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Descrição curta</a:t>
            </a:r>
            <a:endParaRPr lang="pt-BR" sz="1200" dirty="0"/>
          </a:p>
        </p:txBody>
      </p:sp>
      <p:sp>
        <p:nvSpPr>
          <p:cNvPr id="41" name="Shape 39"/>
          <p:cNvSpPr/>
          <p:nvPr/>
        </p:nvSpPr>
        <p:spPr>
          <a:xfrm>
            <a:off x="7232055" y="3556397"/>
            <a:ext cx="2005310" cy="895152"/>
          </a:xfrm>
          <a:prstGeom prst="roundRect">
            <a:avLst>
              <a:gd name="adj" fmla="val 10995"/>
            </a:avLst>
          </a:prstGeom>
          <a:solidFill>
            <a:srgbClr val="0B2180"/>
          </a:solidFill>
          <a:ln w="6350">
            <a:solidFill>
              <a:srgbClr val="2549C9"/>
            </a:solidFill>
            <a:prstDash val="solid"/>
          </a:ln>
        </p:spPr>
        <p:txBody>
          <a:bodyPr/>
          <a:p/>
        </p:txBody>
      </p:sp>
      <p:sp>
        <p:nvSpPr>
          <p:cNvPr id="42" name="Text 40"/>
          <p:cNvSpPr/>
          <p:nvPr/>
        </p:nvSpPr>
        <p:spPr>
          <a:xfrm>
            <a:off x="7374930" y="3686572"/>
            <a:ext cx="1771147" cy="2234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pt-BR" sz="1200" b="1" dirty="0">
                <a:solidFill>
                  <a:srgbClr val="F5F7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Item</a:t>
            </a:r>
            <a:endParaRPr lang="pt-BR" sz="1200" dirty="0"/>
          </a:p>
        </p:txBody>
      </p:sp>
      <p:sp>
        <p:nvSpPr>
          <p:cNvPr id="43" name="Text 41"/>
          <p:cNvSpPr/>
          <p:nvPr/>
        </p:nvSpPr>
        <p:spPr>
          <a:xfrm>
            <a:off x="7374930" y="3910013"/>
            <a:ext cx="1771147" cy="4367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pt-BR" sz="1200" dirty="0">
                <a:solidFill>
                  <a:srgbClr val="C3C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Descrição curta</a:t>
            </a:r>
            <a:endParaRPr lang="pt-BR" sz="1200" dirty="0"/>
          </a:p>
        </p:txBody>
      </p:sp>
      <p:sp>
        <p:nvSpPr>
          <p:cNvPr id="44" name="Text 42"/>
          <p:cNvSpPr/>
          <p:nvPr/>
        </p:nvSpPr>
        <p:spPr>
          <a:xfrm>
            <a:off x="9367540" y="2260600"/>
            <a:ext cx="207201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pt-BR" sz="1200" b="1" dirty="0">
                <a:solidFill>
                  <a:srgbClr val="5B9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Área 5</a:t>
            </a:r>
            <a:endParaRPr lang="pt-BR" sz="1200" dirty="0"/>
          </a:p>
        </p:txBody>
      </p:sp>
      <p:sp>
        <p:nvSpPr>
          <p:cNvPr id="45" name="Shape 43"/>
          <p:cNvSpPr/>
          <p:nvPr/>
        </p:nvSpPr>
        <p:spPr>
          <a:xfrm>
            <a:off x="9370715" y="2565995"/>
            <a:ext cx="2005310" cy="895152"/>
          </a:xfrm>
          <a:prstGeom prst="roundRect">
            <a:avLst>
              <a:gd name="adj" fmla="val 10995"/>
            </a:avLst>
          </a:prstGeom>
          <a:solidFill>
            <a:srgbClr val="0B2180"/>
          </a:solidFill>
          <a:ln w="6350">
            <a:solidFill>
              <a:srgbClr val="2549C9"/>
            </a:solidFill>
            <a:prstDash val="solid"/>
          </a:ln>
        </p:spPr>
        <p:txBody>
          <a:bodyPr/>
          <a:p/>
        </p:txBody>
      </p:sp>
      <p:sp>
        <p:nvSpPr>
          <p:cNvPr id="46" name="Text 44"/>
          <p:cNvSpPr/>
          <p:nvPr/>
        </p:nvSpPr>
        <p:spPr>
          <a:xfrm>
            <a:off x="9513590" y="2696170"/>
            <a:ext cx="1771147" cy="2234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pt-BR" sz="1200" b="1" dirty="0">
                <a:solidFill>
                  <a:srgbClr val="F5F7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Item</a:t>
            </a:r>
            <a:endParaRPr lang="pt-BR" sz="1200" dirty="0"/>
          </a:p>
        </p:txBody>
      </p:sp>
      <p:sp>
        <p:nvSpPr>
          <p:cNvPr id="47" name="Text 45"/>
          <p:cNvSpPr/>
          <p:nvPr/>
        </p:nvSpPr>
        <p:spPr>
          <a:xfrm>
            <a:off x="9513590" y="2919611"/>
            <a:ext cx="1771147" cy="4367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pt-BR" sz="1200" dirty="0">
                <a:solidFill>
                  <a:srgbClr val="C3C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Descrição curta</a:t>
            </a:r>
            <a:endParaRPr lang="pt-BR" sz="1200" dirty="0"/>
          </a:p>
        </p:txBody>
      </p:sp>
      <p:sp>
        <p:nvSpPr>
          <p:cNvPr id="48" name="Shape 46"/>
          <p:cNvSpPr/>
          <p:nvPr/>
        </p:nvSpPr>
        <p:spPr>
          <a:xfrm>
            <a:off x="9370715" y="3556397"/>
            <a:ext cx="2005310" cy="1100832"/>
          </a:xfrm>
          <a:prstGeom prst="roundRect">
            <a:avLst>
              <a:gd name="adj" fmla="val 8941"/>
            </a:avLst>
          </a:prstGeom>
          <a:solidFill>
            <a:srgbClr val="0B2180"/>
          </a:solidFill>
          <a:ln w="6350">
            <a:solidFill>
              <a:srgbClr val="2549C9"/>
            </a:solidFill>
            <a:prstDash val="solid"/>
          </a:ln>
        </p:spPr>
        <p:txBody>
          <a:bodyPr/>
          <a:p/>
        </p:txBody>
      </p:sp>
      <p:sp>
        <p:nvSpPr>
          <p:cNvPr id="49" name="Text 47"/>
          <p:cNvSpPr/>
          <p:nvPr/>
        </p:nvSpPr>
        <p:spPr>
          <a:xfrm>
            <a:off x="9513590" y="3686572"/>
            <a:ext cx="1771147" cy="2234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pt-BR" sz="1200" b="1" dirty="0">
                <a:solidFill>
                  <a:srgbClr val="F5F7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Item</a:t>
            </a:r>
            <a:endParaRPr lang="pt-BR" sz="1200" dirty="0"/>
          </a:p>
        </p:txBody>
      </p:sp>
      <p:sp>
        <p:nvSpPr>
          <p:cNvPr id="50" name="Text 48"/>
          <p:cNvSpPr/>
          <p:nvPr/>
        </p:nvSpPr>
        <p:spPr>
          <a:xfrm>
            <a:off x="9513590" y="3910013"/>
            <a:ext cx="1771147" cy="6424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pt-BR" sz="1200" dirty="0">
                <a:solidFill>
                  <a:srgbClr val="C3C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Descrição curta</a:t>
            </a:r>
            <a:endParaRPr lang="pt-BR" sz="1200" dirty="0"/>
          </a:p>
        </p:txBody>
      </p:sp>
      <p:sp>
        <p:nvSpPr>
          <p:cNvPr id="51" name="Shape 49"/>
          <p:cNvSpPr/>
          <p:nvPr/>
        </p:nvSpPr>
        <p:spPr>
          <a:xfrm>
            <a:off x="9372600" y="4772025"/>
            <a:ext cx="2000250" cy="901700"/>
          </a:xfrm>
          <a:prstGeom prst="roundRect">
            <a:avLst>
              <a:gd name="adj" fmla="val 10563"/>
            </a:avLst>
          </a:prstGeom>
          <a:solidFill>
            <a:srgbClr val="0B47E0"/>
          </a:solidFill>
          <a:ln w="12700">
            <a:solidFill>
              <a:srgbClr val="E5101F"/>
            </a:solidFill>
            <a:prstDash val="solid"/>
          </a:ln>
        </p:spPr>
        <p:txBody>
          <a:bodyPr/>
          <a:p/>
        </p:txBody>
      </p:sp>
      <p:sp>
        <p:nvSpPr>
          <p:cNvPr id="52" name="Text 50"/>
          <p:cNvSpPr/>
          <p:nvPr/>
        </p:nvSpPr>
        <p:spPr>
          <a:xfrm>
            <a:off x="9518650" y="4905375"/>
            <a:ext cx="1759395" cy="2234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pt-BR" sz="1200" b="1" dirty="0">
                <a:solidFill>
                  <a:srgbClr val="F5F7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Item em destaque</a:t>
            </a:r>
            <a:endParaRPr lang="pt-BR" sz="1200" dirty="0"/>
          </a:p>
        </p:txBody>
      </p:sp>
      <p:sp>
        <p:nvSpPr>
          <p:cNvPr id="53" name="Text 51"/>
          <p:cNvSpPr/>
          <p:nvPr/>
        </p:nvSpPr>
        <p:spPr>
          <a:xfrm>
            <a:off x="9518650" y="5128816"/>
            <a:ext cx="1759395" cy="4367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pt-BR" sz="1200" dirty="0">
                <a:solidFill>
                  <a:srgbClr val="DCE2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Descrição curta</a:t>
            </a:r>
            <a:endParaRPr lang="pt-BR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1F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03301" y="881360"/>
            <a:ext cx="374599" cy="76200"/>
          </a:xfrm>
          <a:prstGeom prst="rect">
            <a:avLst/>
          </a:prstGeom>
          <a:solidFill>
            <a:srgbClr val="E5101F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70000" y="812800"/>
            <a:ext cx="155245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pt-BR" sz="1200" b="1" spc="200" kern="0" dirty="0">
                <a:solidFill>
                  <a:srgbClr val="C20D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DIA A DIA</a:t>
            </a:r>
            <a:endParaRPr lang="pt-BR" sz="1200" dirty="0"/>
          </a:p>
        </p:txBody>
      </p:sp>
      <p:sp>
        <p:nvSpPr>
          <p:cNvPr id="4" name="Text 2"/>
          <p:cNvSpPr/>
          <p:nvPr>
            <p:ph type="title"/>
          </p:nvPr>
        </p:nvSpPr>
        <p:spPr>
          <a:xfrm>
            <a:off x="812800" y="1178520"/>
            <a:ext cx="10883392" cy="528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60"/>
              </a:lnSpc>
              <a:buNone/>
            </a:pPr>
            <a:r>
              <a:rPr lang="pt-BR" sz="3600" b="1" i="0" spc="-50" kern="0" dirty="0">
                <a:solidFill>
                  <a:srgbClr val="0D17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Seis vantagens para quem usa</a:t>
            </a:r>
            <a:endParaRPr lang="pt-BR" sz="3600" dirty="0"/>
          </a:p>
        </p:txBody>
      </p:sp>
      <p:sp>
        <p:nvSpPr>
          <p:cNvPr id="5" name="Shape 3"/>
          <p:cNvSpPr/>
          <p:nvPr/>
        </p:nvSpPr>
        <p:spPr>
          <a:xfrm>
            <a:off x="815975" y="3051175"/>
            <a:ext cx="3414117" cy="1428750"/>
          </a:xfrm>
          <a:prstGeom prst="roundRect">
            <a:avLst>
              <a:gd name="adj" fmla="val 8667"/>
            </a:avLst>
          </a:prstGeom>
          <a:solidFill>
            <a:srgbClr val="FBFBFD"/>
          </a:solidFill>
          <a:ln w="6350">
            <a:solidFill>
              <a:srgbClr val="DCDFEA"/>
            </a:solidFill>
            <a:prstDash val="solid"/>
          </a:ln>
        </p:spPr>
        <p:txBody>
          <a:bodyPr/>
          <a:p/>
        </p:txBody>
      </p:sp>
      <p:pic>
        <p:nvPicPr>
          <p:cNvPr id="6" name="Image 0" descr="Search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47750" y="3257550"/>
            <a:ext cx="254000" cy="2540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03350" y="3262610"/>
            <a:ext cx="2823567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pt-BR" sz="1600" b="1" dirty="0">
                <a:solidFill>
                  <a:srgbClr val="0D17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Vantagem 1</a:t>
            </a:r>
            <a:endParaRPr lang="pt-BR" sz="1600" dirty="0"/>
          </a:p>
        </p:txBody>
      </p:sp>
      <p:sp>
        <p:nvSpPr>
          <p:cNvPr id="8" name="Text 5"/>
          <p:cNvSpPr/>
          <p:nvPr/>
        </p:nvSpPr>
        <p:spPr>
          <a:xfrm>
            <a:off x="1047750" y="3587750"/>
            <a:ext cx="3039084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pt-BR" sz="1200" dirty="0">
                <a:solidFill>
                  <a:srgbClr val="3A44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ou duas linhas sobre o que muda.</a:t>
            </a:r>
            <a:endParaRPr lang="pt-BR" sz="1200" dirty="0"/>
          </a:p>
        </p:txBody>
      </p:sp>
      <p:sp>
        <p:nvSpPr>
          <p:cNvPr id="9" name="Shape 6"/>
          <p:cNvSpPr/>
          <p:nvPr/>
        </p:nvSpPr>
        <p:spPr>
          <a:xfrm>
            <a:off x="4388842" y="3051175"/>
            <a:ext cx="3414216" cy="1428750"/>
          </a:xfrm>
          <a:prstGeom prst="roundRect">
            <a:avLst>
              <a:gd name="adj" fmla="val 8667"/>
            </a:avLst>
          </a:prstGeom>
          <a:solidFill>
            <a:srgbClr val="FBFBFD"/>
          </a:solidFill>
          <a:ln w="6350">
            <a:solidFill>
              <a:srgbClr val="DCDFEA"/>
            </a:solidFill>
            <a:prstDash val="solid"/>
          </a:ln>
        </p:spPr>
        <p:txBody>
          <a:bodyPr/>
          <a:p/>
        </p:txBody>
      </p:sp>
      <p:pic>
        <p:nvPicPr>
          <p:cNvPr id="10" name="Image 1" descr="Chart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620617" y="3257550"/>
            <a:ext cx="254000" cy="2540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976217" y="3262610"/>
            <a:ext cx="2763798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pt-BR" sz="1600" b="1" dirty="0">
                <a:solidFill>
                  <a:srgbClr val="0D17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Vantagem 2</a:t>
            </a:r>
            <a:endParaRPr lang="pt-BR" sz="1600" dirty="0"/>
          </a:p>
        </p:txBody>
      </p:sp>
      <p:sp>
        <p:nvSpPr>
          <p:cNvPr id="12" name="Text 8"/>
          <p:cNvSpPr/>
          <p:nvPr/>
        </p:nvSpPr>
        <p:spPr>
          <a:xfrm>
            <a:off x="4620617" y="3587750"/>
            <a:ext cx="3039186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pt-BR" sz="1200" dirty="0">
                <a:solidFill>
                  <a:srgbClr val="3A44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ou duas linhas sobre o que muda.</a:t>
            </a:r>
            <a:endParaRPr lang="pt-BR" sz="1200" dirty="0"/>
          </a:p>
        </p:txBody>
      </p:sp>
      <p:sp>
        <p:nvSpPr>
          <p:cNvPr id="13" name="Shape 9"/>
          <p:cNvSpPr/>
          <p:nvPr/>
        </p:nvSpPr>
        <p:spPr>
          <a:xfrm>
            <a:off x="7961809" y="3051175"/>
            <a:ext cx="3414216" cy="1428750"/>
          </a:xfrm>
          <a:prstGeom prst="roundRect">
            <a:avLst>
              <a:gd name="adj" fmla="val 8667"/>
            </a:avLst>
          </a:prstGeom>
          <a:solidFill>
            <a:srgbClr val="FBFBFD"/>
          </a:solidFill>
          <a:ln w="6350">
            <a:solidFill>
              <a:srgbClr val="DCDFEA"/>
            </a:solidFill>
            <a:prstDash val="solid"/>
          </a:ln>
        </p:spPr>
        <p:txBody>
          <a:bodyPr/>
          <a:p/>
        </p:txBody>
      </p:sp>
      <p:pic>
        <p:nvPicPr>
          <p:cNvPr id="14" name="Image 2" descr="Settings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193584" y="3257550"/>
            <a:ext cx="254000" cy="25400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8549184" y="3262610"/>
            <a:ext cx="1983224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pt-BR" sz="1600" b="1" dirty="0">
                <a:solidFill>
                  <a:srgbClr val="0D17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Vantagem 3</a:t>
            </a:r>
            <a:endParaRPr lang="pt-BR" sz="1600" dirty="0"/>
          </a:p>
        </p:txBody>
      </p:sp>
      <p:sp>
        <p:nvSpPr>
          <p:cNvPr id="16" name="Text 11"/>
          <p:cNvSpPr/>
          <p:nvPr/>
        </p:nvSpPr>
        <p:spPr>
          <a:xfrm>
            <a:off x="8193584" y="3587750"/>
            <a:ext cx="3039186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pt-BR" sz="1200" dirty="0">
                <a:solidFill>
                  <a:srgbClr val="3A44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ou duas linhas sobre o que muda.</a:t>
            </a:r>
            <a:endParaRPr lang="pt-BR" sz="1200" dirty="0"/>
          </a:p>
        </p:txBody>
      </p:sp>
      <p:sp>
        <p:nvSpPr>
          <p:cNvPr id="17" name="Shape 12"/>
          <p:cNvSpPr/>
          <p:nvPr/>
        </p:nvSpPr>
        <p:spPr>
          <a:xfrm>
            <a:off x="815975" y="4638675"/>
            <a:ext cx="3414117" cy="1200150"/>
          </a:xfrm>
          <a:prstGeom prst="roundRect">
            <a:avLst>
              <a:gd name="adj" fmla="val 10317"/>
            </a:avLst>
          </a:prstGeom>
          <a:solidFill>
            <a:srgbClr val="FBFBFD"/>
          </a:solidFill>
          <a:ln w="6350">
            <a:solidFill>
              <a:srgbClr val="DCDFEA"/>
            </a:solidFill>
            <a:prstDash val="solid"/>
          </a:ln>
        </p:spPr>
        <p:txBody>
          <a:bodyPr/>
          <a:p/>
        </p:txBody>
      </p:sp>
      <p:pic>
        <p:nvPicPr>
          <p:cNvPr id="18" name="Image 3" descr="Book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1047750" y="4845050"/>
            <a:ext cx="254000" cy="25400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403350" y="4850110"/>
            <a:ext cx="2823567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pt-BR" sz="1600" b="1" dirty="0">
                <a:solidFill>
                  <a:srgbClr val="0D17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Vantagem 4</a:t>
            </a:r>
            <a:endParaRPr lang="pt-BR" sz="1600" dirty="0"/>
          </a:p>
        </p:txBody>
      </p:sp>
      <p:sp>
        <p:nvSpPr>
          <p:cNvPr id="20" name="Text 14"/>
          <p:cNvSpPr/>
          <p:nvPr/>
        </p:nvSpPr>
        <p:spPr>
          <a:xfrm>
            <a:off x="1047750" y="5175250"/>
            <a:ext cx="3039084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pt-BR" sz="1200" dirty="0">
                <a:solidFill>
                  <a:srgbClr val="3A44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ou duas linhas sobre o que muda.</a:t>
            </a:r>
            <a:endParaRPr lang="pt-BR" sz="1200" dirty="0"/>
          </a:p>
        </p:txBody>
      </p:sp>
      <p:sp>
        <p:nvSpPr>
          <p:cNvPr id="21" name="Shape 15"/>
          <p:cNvSpPr/>
          <p:nvPr/>
        </p:nvSpPr>
        <p:spPr>
          <a:xfrm>
            <a:off x="4388842" y="4638675"/>
            <a:ext cx="3414216" cy="1200150"/>
          </a:xfrm>
          <a:prstGeom prst="roundRect">
            <a:avLst>
              <a:gd name="adj" fmla="val 10317"/>
            </a:avLst>
          </a:prstGeom>
          <a:solidFill>
            <a:srgbClr val="FBFBFD"/>
          </a:solidFill>
          <a:ln w="6350">
            <a:solidFill>
              <a:srgbClr val="DCDFEA"/>
            </a:solidFill>
            <a:prstDash val="solid"/>
          </a:ln>
        </p:spPr>
        <p:txBody>
          <a:bodyPr/>
          <a:p/>
        </p:txBody>
      </p:sp>
      <p:pic>
        <p:nvPicPr>
          <p:cNvPr id="22" name="Image 4" descr="Lightni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4620617" y="4845050"/>
            <a:ext cx="254000" cy="25400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4976217" y="4850110"/>
            <a:ext cx="1502807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pt-BR" sz="1600" b="1" dirty="0">
                <a:solidFill>
                  <a:srgbClr val="0D17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Vantagem 5</a:t>
            </a:r>
            <a:endParaRPr lang="pt-BR" sz="1600" dirty="0"/>
          </a:p>
        </p:txBody>
      </p:sp>
      <p:sp>
        <p:nvSpPr>
          <p:cNvPr id="24" name="Text 17"/>
          <p:cNvSpPr/>
          <p:nvPr/>
        </p:nvSpPr>
        <p:spPr>
          <a:xfrm>
            <a:off x="4620617" y="5175250"/>
            <a:ext cx="3039186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pt-BR" sz="1200" dirty="0">
                <a:solidFill>
                  <a:srgbClr val="3A44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ou duas linhas sobre o que muda.</a:t>
            </a:r>
            <a:endParaRPr lang="pt-BR" sz="1200" dirty="0"/>
          </a:p>
        </p:txBody>
      </p:sp>
      <p:sp>
        <p:nvSpPr>
          <p:cNvPr id="25" name="Shape 18"/>
          <p:cNvSpPr/>
          <p:nvPr/>
        </p:nvSpPr>
        <p:spPr>
          <a:xfrm>
            <a:off x="7961809" y="4638675"/>
            <a:ext cx="3414216" cy="1200150"/>
          </a:xfrm>
          <a:prstGeom prst="roundRect">
            <a:avLst>
              <a:gd name="adj" fmla="val 10317"/>
            </a:avLst>
          </a:prstGeom>
          <a:solidFill>
            <a:srgbClr val="FBFBFD"/>
          </a:solidFill>
          <a:ln w="6350">
            <a:solidFill>
              <a:srgbClr val="DCDFEA"/>
            </a:solidFill>
            <a:prstDash val="solid"/>
          </a:ln>
        </p:spPr>
        <p:txBody>
          <a:bodyPr/>
          <a:p/>
        </p:txBody>
      </p:sp>
      <p:pic>
        <p:nvPicPr>
          <p:cNvPr id="26" name="Image 5" descr="Star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8193584" y="4845050"/>
            <a:ext cx="254000" cy="254000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8549184" y="4850110"/>
            <a:ext cx="2120027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pt-BR" sz="1600" b="1" dirty="0">
                <a:solidFill>
                  <a:srgbClr val="0D17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Vantagem 6</a:t>
            </a:r>
            <a:endParaRPr lang="pt-BR" sz="1600" dirty="0"/>
          </a:p>
        </p:txBody>
      </p:sp>
      <p:sp>
        <p:nvSpPr>
          <p:cNvPr id="28" name="Text 20"/>
          <p:cNvSpPr/>
          <p:nvPr/>
        </p:nvSpPr>
        <p:spPr>
          <a:xfrm>
            <a:off x="8193584" y="5175250"/>
            <a:ext cx="3039186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pt-BR" sz="1200" dirty="0">
                <a:solidFill>
                  <a:srgbClr val="3A44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ou duas linhas sobre o que muda.</a:t>
            </a:r>
            <a:endParaRPr lang="pt-BR" sz="1200" dirty="0"/>
          </a:p>
        </p:txBody>
      </p:sp>
      <p:sp>
        <p:nvSpPr>
          <p:cNvPr id="29" name="Text 21"/>
          <p:cNvSpPr/>
          <p:nvPr/>
        </p:nvSpPr>
        <p:spPr>
          <a:xfrm>
            <a:off x="812800" y="6238280"/>
            <a:ext cx="321111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pt-BR" sz="1200" dirty="0">
                <a:solidFill>
                  <a:srgbClr val="5A6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Lube Distribuidora · Nome da apresentação</a:t>
            </a:r>
            <a:endParaRPr lang="pt-BR" sz="1200" dirty="0"/>
          </a:p>
        </p:txBody>
      </p:sp>
      <p:sp>
        <p:nvSpPr>
          <p:cNvPr id="30" name="Text 22"/>
          <p:cNvSpPr/>
          <p:nvPr/>
        </p:nvSpPr>
        <p:spPr>
          <a:xfrm>
            <a:off x="11145441" y="6238280"/>
            <a:ext cx="23375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pt-BR" sz="1200" dirty="0">
                <a:solidFill>
                  <a:srgbClr val="5A6488"/>
                </a:solidFill>
                <a:latin typeface="Arial" pitchFamily="49" charset="0"/>
                <a:ea typeface="Arial" pitchFamily="49" charset="-122"/>
                <a:cs typeface="Arial" pitchFamily="49" charset="-120"/>
              </a:rPr>
              <a:t>14</a:t>
            </a:r>
            <a:endParaRPr lang="pt-BR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03301" y="881360"/>
            <a:ext cx="374599" cy="76200"/>
          </a:xfrm>
          <a:prstGeom prst="rect">
            <a:avLst/>
          </a:prstGeom>
          <a:solidFill>
            <a:srgbClr val="E5101F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70000" y="812800"/>
            <a:ext cx="304919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pt-BR" sz="1200" b="1" spc="200" kern="0" dirty="0">
                <a:solidFill>
                  <a:srgbClr val="FF5A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ATUA</a:t>
            </a:r>
            <a:endParaRPr lang="pt-BR" sz="1200" dirty="0"/>
          </a:p>
        </p:txBody>
      </p:sp>
      <p:sp>
        <p:nvSpPr>
          <p:cNvPr id="4" name="Text 2"/>
          <p:cNvSpPr/>
          <p:nvPr>
            <p:ph type="title"/>
          </p:nvPr>
        </p:nvSpPr>
        <p:spPr>
          <a:xfrm>
            <a:off x="812800" y="1178520"/>
            <a:ext cx="10883392" cy="528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60"/>
              </a:lnSpc>
              <a:buNone/>
            </a:pPr>
            <a:r>
              <a:rPr lang="pt-BR" sz="3600" b="1" i="0" spc="-50" kern="0" dirty="0">
                <a:solidFill>
                  <a:srgbClr val="F5F7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Quatro frentes, uma em destaque</a:t>
            </a:r>
            <a:endParaRPr lang="pt-BR" sz="3600" dirty="0"/>
          </a:p>
        </p:txBody>
      </p:sp>
      <p:sp>
        <p:nvSpPr>
          <p:cNvPr id="5" name="Shape 3"/>
          <p:cNvSpPr/>
          <p:nvPr/>
        </p:nvSpPr>
        <p:spPr>
          <a:xfrm>
            <a:off x="819150" y="2711450"/>
            <a:ext cx="5194300" cy="1485900"/>
          </a:xfrm>
          <a:prstGeom prst="roundRect">
            <a:avLst>
              <a:gd name="adj" fmla="val 8120"/>
            </a:avLst>
          </a:prstGeom>
          <a:solidFill>
            <a:srgbClr val="0B47E0"/>
          </a:solidFill>
          <a:ln w="12700">
            <a:solidFill>
              <a:srgbClr val="E5101F"/>
            </a:solidFill>
            <a:prstDash val="solid"/>
          </a:ln>
        </p:spPr>
        <p:txBody>
          <a:bodyPr/>
          <a:p/>
        </p:txBody>
      </p:sp>
      <p:pic>
        <p:nvPicPr>
          <p:cNvPr id="6" name="Image 0" descr="Lightbulb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79500" y="2921000"/>
            <a:ext cx="304800" cy="30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85900" y="2951460"/>
            <a:ext cx="1946672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pt-BR" sz="1600" b="1" dirty="0">
                <a:solidFill>
                  <a:srgbClr val="F5F7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destaque</a:t>
            </a:r>
            <a:endParaRPr lang="pt-BR" sz="1600" dirty="0"/>
          </a:p>
        </p:txBody>
      </p:sp>
      <p:sp>
        <p:nvSpPr>
          <p:cNvPr id="8" name="Text 5"/>
          <p:cNvSpPr/>
          <p:nvPr/>
        </p:nvSpPr>
        <p:spPr>
          <a:xfrm>
            <a:off x="1079500" y="3302000"/>
            <a:ext cx="4813808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pt-BR" sz="1200" dirty="0">
                <a:solidFill>
                  <a:srgbClr val="DCE2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Explique a frente principal em duas ou três linhas.</a:t>
            </a:r>
            <a:endParaRPr lang="pt-BR" sz="1200" dirty="0"/>
          </a:p>
        </p:txBody>
      </p:sp>
      <p:sp>
        <p:nvSpPr>
          <p:cNvPr id="9" name="Shape 6"/>
          <p:cNvSpPr/>
          <p:nvPr/>
        </p:nvSpPr>
        <p:spPr>
          <a:xfrm>
            <a:off x="6175375" y="2708275"/>
            <a:ext cx="5200650" cy="1492250"/>
          </a:xfrm>
          <a:prstGeom prst="roundRect">
            <a:avLst>
              <a:gd name="adj" fmla="val 8298"/>
            </a:avLst>
          </a:prstGeom>
          <a:solidFill>
            <a:srgbClr val="0B2180"/>
          </a:solidFill>
          <a:ln w="6350">
            <a:solidFill>
              <a:srgbClr val="2549C9"/>
            </a:solidFill>
            <a:prstDash val="solid"/>
          </a:ln>
        </p:spPr>
        <p:txBody>
          <a:bodyPr/>
          <a:p/>
        </p:txBody>
      </p:sp>
      <p:pic>
        <p:nvPicPr>
          <p:cNvPr id="10" name="Image 1" descr="Trust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432550" y="2914650"/>
            <a:ext cx="304800" cy="3048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838950" y="2945110"/>
            <a:ext cx="1619131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pt-BR" sz="1600" b="1" dirty="0">
                <a:solidFill>
                  <a:srgbClr val="F5F7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Frente 2</a:t>
            </a:r>
            <a:endParaRPr lang="pt-BR" sz="1600" dirty="0"/>
          </a:p>
        </p:txBody>
      </p:sp>
      <p:sp>
        <p:nvSpPr>
          <p:cNvPr id="12" name="Text 8"/>
          <p:cNvSpPr/>
          <p:nvPr/>
        </p:nvSpPr>
        <p:spPr>
          <a:xfrm>
            <a:off x="6432550" y="3295650"/>
            <a:ext cx="4826889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pt-BR" sz="1200" dirty="0">
                <a:solidFill>
                  <a:srgbClr val="C3C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Explique esta frente em duas ou três linhas.</a:t>
            </a:r>
            <a:endParaRPr lang="pt-BR" sz="1200" dirty="0"/>
          </a:p>
        </p:txBody>
      </p:sp>
      <p:sp>
        <p:nvSpPr>
          <p:cNvPr id="13" name="Shape 9"/>
          <p:cNvSpPr/>
          <p:nvPr/>
        </p:nvSpPr>
        <p:spPr>
          <a:xfrm>
            <a:off x="815975" y="4359275"/>
            <a:ext cx="5200650" cy="1479550"/>
          </a:xfrm>
          <a:prstGeom prst="roundRect">
            <a:avLst>
              <a:gd name="adj" fmla="val 8369"/>
            </a:avLst>
          </a:prstGeom>
          <a:solidFill>
            <a:srgbClr val="0B2180"/>
          </a:solidFill>
          <a:ln w="6350">
            <a:solidFill>
              <a:srgbClr val="2549C9"/>
            </a:solidFill>
            <a:prstDash val="solid"/>
          </a:ln>
        </p:spPr>
        <p:txBody>
          <a:bodyPr/>
          <a:p/>
        </p:txBody>
      </p:sp>
      <p:pic>
        <p:nvPicPr>
          <p:cNvPr id="14" name="Image 2" descr="Chat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1073150" y="4565650"/>
            <a:ext cx="304800" cy="30480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479550" y="4596110"/>
            <a:ext cx="1362908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pt-BR" sz="1600" b="1" dirty="0">
                <a:solidFill>
                  <a:srgbClr val="F5F7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Frente 3</a:t>
            </a:r>
            <a:endParaRPr lang="pt-BR" sz="1600" dirty="0"/>
          </a:p>
        </p:txBody>
      </p:sp>
      <p:sp>
        <p:nvSpPr>
          <p:cNvPr id="16" name="Text 11"/>
          <p:cNvSpPr/>
          <p:nvPr/>
        </p:nvSpPr>
        <p:spPr>
          <a:xfrm>
            <a:off x="1073150" y="4946650"/>
            <a:ext cx="4826889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pt-BR" sz="1200" dirty="0">
                <a:solidFill>
                  <a:srgbClr val="C3C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Explique esta frente em duas ou três linhas.</a:t>
            </a:r>
            <a:endParaRPr lang="pt-BR" sz="1200" dirty="0"/>
          </a:p>
        </p:txBody>
      </p:sp>
      <p:sp>
        <p:nvSpPr>
          <p:cNvPr id="17" name="Shape 12"/>
          <p:cNvSpPr/>
          <p:nvPr/>
        </p:nvSpPr>
        <p:spPr>
          <a:xfrm>
            <a:off x="6175375" y="4359275"/>
            <a:ext cx="5200650" cy="1479550"/>
          </a:xfrm>
          <a:prstGeom prst="roundRect">
            <a:avLst>
              <a:gd name="adj" fmla="val 8369"/>
            </a:avLst>
          </a:prstGeom>
          <a:solidFill>
            <a:srgbClr val="0B2180"/>
          </a:solidFill>
          <a:ln w="6350">
            <a:solidFill>
              <a:srgbClr val="2549C9"/>
            </a:solidFill>
            <a:prstDash val="solid"/>
          </a:ln>
        </p:spPr>
        <p:txBody>
          <a:bodyPr/>
          <a:p/>
        </p:txBody>
      </p:sp>
      <p:pic>
        <p:nvPicPr>
          <p:cNvPr id="18" name="Image 3" descr="Activity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432550" y="4565650"/>
            <a:ext cx="304800" cy="30480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838950" y="4596110"/>
            <a:ext cx="2328267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pt-BR" sz="1600" b="1" dirty="0">
                <a:solidFill>
                  <a:srgbClr val="F5F7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Frente 4</a:t>
            </a:r>
            <a:endParaRPr lang="pt-BR" sz="1600" dirty="0"/>
          </a:p>
        </p:txBody>
      </p:sp>
      <p:sp>
        <p:nvSpPr>
          <p:cNvPr id="20" name="Text 14"/>
          <p:cNvSpPr/>
          <p:nvPr/>
        </p:nvSpPr>
        <p:spPr>
          <a:xfrm>
            <a:off x="6432550" y="4946650"/>
            <a:ext cx="4826889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pt-BR" sz="1200" dirty="0">
                <a:solidFill>
                  <a:srgbClr val="C3C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Explique esta frente em duas ou três linhas.</a:t>
            </a:r>
            <a:endParaRPr lang="pt-BR" sz="1200" dirty="0"/>
          </a:p>
        </p:txBody>
      </p:sp>
      <p:sp>
        <p:nvSpPr>
          <p:cNvPr id="21" name="Text 15"/>
          <p:cNvSpPr/>
          <p:nvPr/>
        </p:nvSpPr>
        <p:spPr>
          <a:xfrm>
            <a:off x="812800" y="6238280"/>
            <a:ext cx="321111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pt-BR" sz="1200" dirty="0">
                <a:solidFill>
                  <a:srgbClr val="8A9B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Lube Distribuidora · Nome da apresentação</a:t>
            </a:r>
            <a:endParaRPr lang="pt-BR" sz="1200" dirty="0"/>
          </a:p>
        </p:txBody>
      </p:sp>
      <p:sp>
        <p:nvSpPr>
          <p:cNvPr id="22" name="Text 16"/>
          <p:cNvSpPr/>
          <p:nvPr/>
        </p:nvSpPr>
        <p:spPr>
          <a:xfrm>
            <a:off x="11145441" y="6238280"/>
            <a:ext cx="23375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pt-BR" sz="1200" dirty="0">
                <a:solidFill>
                  <a:srgbClr val="8A9BD6"/>
                </a:solidFill>
                <a:latin typeface="Arial" pitchFamily="49" charset="0"/>
                <a:ea typeface="Arial" pitchFamily="49" charset="-122"/>
                <a:cs typeface="Arial" pitchFamily="49" charset="-120"/>
              </a:rPr>
              <a:t>15</a:t>
            </a:r>
            <a:endParaRPr lang="pt-BR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1F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03301" y="881360"/>
            <a:ext cx="374599" cy="76200"/>
          </a:xfrm>
          <a:prstGeom prst="rect">
            <a:avLst/>
          </a:prstGeom>
          <a:solidFill>
            <a:srgbClr val="E5101F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70000" y="812800"/>
            <a:ext cx="201656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pt-BR" sz="1200" b="1" spc="200" kern="0" dirty="0">
                <a:solidFill>
                  <a:srgbClr val="C20D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LINHA DO TEMPO</a:t>
            </a:r>
            <a:endParaRPr lang="pt-BR" sz="1200" dirty="0"/>
          </a:p>
        </p:txBody>
      </p:sp>
      <p:sp>
        <p:nvSpPr>
          <p:cNvPr id="4" name="Text 2"/>
          <p:cNvSpPr/>
          <p:nvPr>
            <p:ph type="title"/>
          </p:nvPr>
        </p:nvSpPr>
        <p:spPr>
          <a:xfrm>
            <a:off x="812800" y="1178520"/>
            <a:ext cx="10883392" cy="528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60"/>
              </a:lnSpc>
              <a:buNone/>
            </a:pPr>
            <a:r>
              <a:rPr lang="pt-BR" sz="3600" b="1" i="0" spc="-50" kern="0" dirty="0">
                <a:solidFill>
                  <a:srgbClr val="0D17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primeiro passo até hoje</a:t>
            </a:r>
            <a:endParaRPr lang="pt-BR" sz="3600" dirty="0"/>
          </a:p>
        </p:txBody>
      </p:sp>
      <p:sp>
        <p:nvSpPr>
          <p:cNvPr id="5" name="Text 3"/>
          <p:cNvSpPr/>
          <p:nvPr/>
        </p:nvSpPr>
        <p:spPr>
          <a:xfrm>
            <a:off x="812800" y="1833761"/>
            <a:ext cx="10883392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20"/>
              </a:lnSpc>
              <a:buNone/>
            </a:pPr>
            <a:r>
              <a:rPr lang="pt-BR" sz="1600" dirty="0">
                <a:solidFill>
                  <a:srgbClr val="3A44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período, uma entrega atrás da outra.</a:t>
            </a:r>
            <a:endParaRPr lang="pt-BR" sz="1600" dirty="0"/>
          </a:p>
        </p:txBody>
      </p:sp>
      <p:sp>
        <p:nvSpPr>
          <p:cNvPr id="6" name="Shape 4"/>
          <p:cNvSpPr/>
          <p:nvPr/>
        </p:nvSpPr>
        <p:spPr>
          <a:xfrm>
            <a:off x="812800" y="3535958"/>
            <a:ext cx="1655167" cy="1089521"/>
          </a:xfrm>
          <a:custGeom>
            <a:avLst/>
            <a:gdLst/>
            <a:ahLst/>
            <a:cxnLst/>
            <a:rect l="l" t="t" r="r" b="b"/>
            <a:pathLst>
              <a:path w="1655167" h="1089521">
                <a:moveTo>
                  <a:pt x="0" y="0"/>
                </a:moveTo>
                <a:lnTo>
                  <a:pt x="1655167" y="0"/>
                </a:lnTo>
                <a:lnTo>
                  <a:pt x="1655167" y="987921"/>
                </a:lnTo>
                <a:arcTo hR="101600" wR="101600" stAng="0" swAng="5400000"/>
                <a:lnTo>
                  <a:pt x="101600" y="1089521"/>
                </a:lnTo>
                <a:arcTo hR="101600" wR="101600" stAng="5400000" swAng="5400000"/>
                <a:lnTo>
                  <a:pt x="0" y="0"/>
                </a:lnTo>
                <a:close/>
              </a:path>
            </a:pathLst>
          </a:custGeom>
          <a:solidFill>
            <a:srgbClr val="FBFBFD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812800" y="3535958"/>
            <a:ext cx="1655167" cy="1089521"/>
          </a:xfrm>
          <a:custGeom>
            <a:avLst/>
            <a:gdLst/>
            <a:ahLst/>
            <a:cxnLst/>
            <a:rect l="l" t="t" r="r" b="b"/>
            <a:pathLst>
              <a:path w="1655167" h="1089521">
                <a:moveTo>
                  <a:pt x="0" y="38100"/>
                </a:moveTo>
                <a:lnTo>
                  <a:pt x="0" y="0"/>
                </a:lnTo>
                <a:lnTo>
                  <a:pt x="1655167" y="0"/>
                </a:lnTo>
                <a:lnTo>
                  <a:pt x="1655167" y="38100"/>
                </a:lnTo>
                <a:lnTo>
                  <a:pt x="0" y="38100"/>
                </a:lnTo>
                <a:close/>
              </a:path>
            </a:pathLst>
          </a:custGeom>
          <a:solidFill>
            <a:srgbClr val="E5101F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952500" y="3726458"/>
            <a:ext cx="1426567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pt-BR" sz="1600" b="1" dirty="0">
                <a:solidFill>
                  <a:srgbClr val="C20D1A"/>
                </a:solidFill>
                <a:latin typeface="Arial" pitchFamily="49" charset="0"/>
                <a:ea typeface="Arial" pitchFamily="49" charset="-122"/>
                <a:cs typeface="Arial" pitchFamily="49" charset="-120"/>
              </a:rPr>
              <a:t>JAN</a:t>
            </a:r>
            <a:endParaRPr lang="pt-BR" sz="1600" dirty="0"/>
          </a:p>
        </p:txBody>
      </p:sp>
      <p:sp>
        <p:nvSpPr>
          <p:cNvPr id="9" name="Text 7"/>
          <p:cNvSpPr/>
          <p:nvPr/>
        </p:nvSpPr>
        <p:spPr>
          <a:xfrm>
            <a:off x="952500" y="4061718"/>
            <a:ext cx="1426567" cy="4367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pt-BR" sz="1200" b="1" dirty="0">
                <a:solidFill>
                  <a:srgbClr val="0D17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Marco do mês</a:t>
            </a:r>
            <a:endParaRPr lang="pt-BR" sz="1200" dirty="0"/>
          </a:p>
        </p:txBody>
      </p:sp>
      <p:sp>
        <p:nvSpPr>
          <p:cNvPr id="10" name="Shape 8"/>
          <p:cNvSpPr/>
          <p:nvPr/>
        </p:nvSpPr>
        <p:spPr>
          <a:xfrm>
            <a:off x="2594967" y="3535958"/>
            <a:ext cx="1655266" cy="1089521"/>
          </a:xfrm>
          <a:custGeom>
            <a:avLst/>
            <a:gdLst/>
            <a:ahLst/>
            <a:cxnLst/>
            <a:rect l="l" t="t" r="r" b="b"/>
            <a:pathLst>
              <a:path w="1655266" h="1089521">
                <a:moveTo>
                  <a:pt x="0" y="0"/>
                </a:moveTo>
                <a:lnTo>
                  <a:pt x="1655266" y="0"/>
                </a:lnTo>
                <a:lnTo>
                  <a:pt x="1655266" y="987921"/>
                </a:lnTo>
                <a:arcTo hR="101600" wR="101600" stAng="0" swAng="5400000"/>
                <a:lnTo>
                  <a:pt x="101600" y="1089521"/>
                </a:lnTo>
                <a:arcTo hR="101600" wR="101600" stAng="5400000" swAng="5400000"/>
                <a:lnTo>
                  <a:pt x="0" y="0"/>
                </a:lnTo>
                <a:close/>
              </a:path>
            </a:pathLst>
          </a:custGeom>
          <a:solidFill>
            <a:srgbClr val="FBFBFD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2594967" y="3535958"/>
            <a:ext cx="1655266" cy="1089521"/>
          </a:xfrm>
          <a:custGeom>
            <a:avLst/>
            <a:gdLst/>
            <a:ahLst/>
            <a:cxnLst/>
            <a:rect l="l" t="t" r="r" b="b"/>
            <a:pathLst>
              <a:path w="1655266" h="1089521">
                <a:moveTo>
                  <a:pt x="0" y="38100"/>
                </a:moveTo>
                <a:lnTo>
                  <a:pt x="0" y="0"/>
                </a:lnTo>
                <a:lnTo>
                  <a:pt x="1655266" y="0"/>
                </a:lnTo>
                <a:lnTo>
                  <a:pt x="1655266" y="38100"/>
                </a:lnTo>
                <a:lnTo>
                  <a:pt x="0" y="38100"/>
                </a:lnTo>
                <a:close/>
              </a:path>
            </a:pathLst>
          </a:custGeom>
          <a:solidFill>
            <a:srgbClr val="E5101F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2734667" y="3726458"/>
            <a:ext cx="1426666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pt-BR" sz="1600" b="1" dirty="0">
                <a:solidFill>
                  <a:srgbClr val="C20D1A"/>
                </a:solidFill>
                <a:latin typeface="Arial" pitchFamily="49" charset="0"/>
                <a:ea typeface="Arial" pitchFamily="49" charset="-122"/>
                <a:cs typeface="Arial" pitchFamily="49" charset="-120"/>
              </a:rPr>
              <a:t>FEV</a:t>
            </a:r>
            <a:endParaRPr lang="pt-BR" sz="1600" dirty="0"/>
          </a:p>
        </p:txBody>
      </p:sp>
      <p:sp>
        <p:nvSpPr>
          <p:cNvPr id="13" name="Text 11"/>
          <p:cNvSpPr/>
          <p:nvPr/>
        </p:nvSpPr>
        <p:spPr>
          <a:xfrm>
            <a:off x="2734667" y="4061718"/>
            <a:ext cx="1426666" cy="231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pt-BR" sz="1200" b="1" dirty="0">
                <a:solidFill>
                  <a:srgbClr val="0D17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Marco do mês</a:t>
            </a:r>
            <a:endParaRPr lang="pt-BR" sz="1200" dirty="0"/>
          </a:p>
        </p:txBody>
      </p:sp>
      <p:sp>
        <p:nvSpPr>
          <p:cNvPr id="14" name="Shape 12"/>
          <p:cNvSpPr/>
          <p:nvPr/>
        </p:nvSpPr>
        <p:spPr>
          <a:xfrm>
            <a:off x="4377234" y="3535958"/>
            <a:ext cx="1655167" cy="1089521"/>
          </a:xfrm>
          <a:custGeom>
            <a:avLst/>
            <a:gdLst/>
            <a:ahLst/>
            <a:cxnLst/>
            <a:rect l="l" t="t" r="r" b="b"/>
            <a:pathLst>
              <a:path w="1655167" h="1089521">
                <a:moveTo>
                  <a:pt x="0" y="0"/>
                </a:moveTo>
                <a:lnTo>
                  <a:pt x="1655167" y="0"/>
                </a:lnTo>
                <a:lnTo>
                  <a:pt x="1655167" y="987921"/>
                </a:lnTo>
                <a:arcTo hR="101600" wR="101600" stAng="0" swAng="5400000"/>
                <a:lnTo>
                  <a:pt x="101600" y="1089521"/>
                </a:lnTo>
                <a:arcTo hR="101600" wR="101600" stAng="5400000" swAng="5400000"/>
                <a:lnTo>
                  <a:pt x="0" y="0"/>
                </a:lnTo>
                <a:close/>
              </a:path>
            </a:pathLst>
          </a:custGeom>
          <a:solidFill>
            <a:srgbClr val="FBFBFD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4377234" y="3535958"/>
            <a:ext cx="1655167" cy="1089521"/>
          </a:xfrm>
          <a:custGeom>
            <a:avLst/>
            <a:gdLst/>
            <a:ahLst/>
            <a:cxnLst/>
            <a:rect l="l" t="t" r="r" b="b"/>
            <a:pathLst>
              <a:path w="1655167" h="1089521">
                <a:moveTo>
                  <a:pt x="0" y="38100"/>
                </a:moveTo>
                <a:lnTo>
                  <a:pt x="0" y="0"/>
                </a:lnTo>
                <a:lnTo>
                  <a:pt x="1655167" y="0"/>
                </a:lnTo>
                <a:lnTo>
                  <a:pt x="1655167" y="38100"/>
                </a:lnTo>
                <a:lnTo>
                  <a:pt x="0" y="38100"/>
                </a:lnTo>
                <a:close/>
              </a:path>
            </a:pathLst>
          </a:custGeom>
          <a:solidFill>
            <a:srgbClr val="E5101F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4516934" y="3726458"/>
            <a:ext cx="1426567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pt-BR" sz="1600" b="1" dirty="0">
                <a:solidFill>
                  <a:srgbClr val="C20D1A"/>
                </a:solidFill>
                <a:latin typeface="Arial" pitchFamily="49" charset="0"/>
                <a:ea typeface="Arial" pitchFamily="49" charset="-122"/>
                <a:cs typeface="Arial" pitchFamily="49" charset="-120"/>
              </a:rPr>
              <a:t>MAR</a:t>
            </a:r>
            <a:endParaRPr lang="pt-BR" sz="1600" dirty="0"/>
          </a:p>
        </p:txBody>
      </p:sp>
      <p:sp>
        <p:nvSpPr>
          <p:cNvPr id="17" name="Text 15"/>
          <p:cNvSpPr/>
          <p:nvPr/>
        </p:nvSpPr>
        <p:spPr>
          <a:xfrm>
            <a:off x="4516934" y="4061718"/>
            <a:ext cx="1426567" cy="4367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pt-BR" sz="1200" b="1" dirty="0">
                <a:solidFill>
                  <a:srgbClr val="0D17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Marco do mês</a:t>
            </a:r>
            <a:endParaRPr lang="pt-BR" sz="1200" dirty="0"/>
          </a:p>
        </p:txBody>
      </p:sp>
      <p:sp>
        <p:nvSpPr>
          <p:cNvPr id="18" name="Shape 16"/>
          <p:cNvSpPr/>
          <p:nvPr/>
        </p:nvSpPr>
        <p:spPr>
          <a:xfrm>
            <a:off x="6159401" y="3535958"/>
            <a:ext cx="1655266" cy="1089521"/>
          </a:xfrm>
          <a:custGeom>
            <a:avLst/>
            <a:gdLst/>
            <a:ahLst/>
            <a:cxnLst/>
            <a:rect l="l" t="t" r="r" b="b"/>
            <a:pathLst>
              <a:path w="1655266" h="1089521">
                <a:moveTo>
                  <a:pt x="0" y="0"/>
                </a:moveTo>
                <a:lnTo>
                  <a:pt x="1655266" y="0"/>
                </a:lnTo>
                <a:lnTo>
                  <a:pt x="1655266" y="987921"/>
                </a:lnTo>
                <a:arcTo hR="101600" wR="101600" stAng="0" swAng="5400000"/>
                <a:lnTo>
                  <a:pt x="101600" y="1089521"/>
                </a:lnTo>
                <a:arcTo hR="101600" wR="101600" stAng="5400000" swAng="5400000"/>
                <a:lnTo>
                  <a:pt x="0" y="0"/>
                </a:lnTo>
                <a:close/>
              </a:path>
            </a:pathLst>
          </a:custGeom>
          <a:solidFill>
            <a:srgbClr val="FBFBFD"/>
          </a:solidFill>
          <a:ln/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6159401" y="3535958"/>
            <a:ext cx="1655266" cy="1089521"/>
          </a:xfrm>
          <a:custGeom>
            <a:avLst/>
            <a:gdLst/>
            <a:ahLst/>
            <a:cxnLst/>
            <a:rect l="l" t="t" r="r" b="b"/>
            <a:pathLst>
              <a:path w="1655266" h="1089521">
                <a:moveTo>
                  <a:pt x="0" y="38100"/>
                </a:moveTo>
                <a:lnTo>
                  <a:pt x="0" y="0"/>
                </a:lnTo>
                <a:lnTo>
                  <a:pt x="1655266" y="0"/>
                </a:lnTo>
                <a:lnTo>
                  <a:pt x="1655266" y="38100"/>
                </a:lnTo>
                <a:lnTo>
                  <a:pt x="0" y="38100"/>
                </a:lnTo>
                <a:close/>
              </a:path>
            </a:pathLst>
          </a:custGeom>
          <a:solidFill>
            <a:srgbClr val="E5101F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6299101" y="3726458"/>
            <a:ext cx="1426666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pt-BR" sz="1600" b="1" dirty="0">
                <a:solidFill>
                  <a:srgbClr val="C20D1A"/>
                </a:solidFill>
                <a:latin typeface="Arial" pitchFamily="49" charset="0"/>
                <a:ea typeface="Arial" pitchFamily="49" charset="-122"/>
                <a:cs typeface="Arial" pitchFamily="49" charset="-120"/>
              </a:rPr>
              <a:t>ABR</a:t>
            </a:r>
            <a:endParaRPr lang="pt-BR" sz="1600" dirty="0"/>
          </a:p>
        </p:txBody>
      </p:sp>
      <p:sp>
        <p:nvSpPr>
          <p:cNvPr id="21" name="Text 19"/>
          <p:cNvSpPr/>
          <p:nvPr/>
        </p:nvSpPr>
        <p:spPr>
          <a:xfrm>
            <a:off x="6299101" y="4061718"/>
            <a:ext cx="1426666" cy="231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pt-BR" sz="1200" b="1" dirty="0">
                <a:solidFill>
                  <a:srgbClr val="0D17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Marco do mês</a:t>
            </a:r>
            <a:endParaRPr lang="pt-BR" sz="1200" dirty="0"/>
          </a:p>
        </p:txBody>
      </p:sp>
      <p:sp>
        <p:nvSpPr>
          <p:cNvPr id="22" name="Shape 20"/>
          <p:cNvSpPr/>
          <p:nvPr/>
        </p:nvSpPr>
        <p:spPr>
          <a:xfrm>
            <a:off x="7941667" y="3535958"/>
            <a:ext cx="1655266" cy="1089521"/>
          </a:xfrm>
          <a:custGeom>
            <a:avLst/>
            <a:gdLst/>
            <a:ahLst/>
            <a:cxnLst/>
            <a:rect l="l" t="t" r="r" b="b"/>
            <a:pathLst>
              <a:path w="1655266" h="1089521">
                <a:moveTo>
                  <a:pt x="0" y="0"/>
                </a:moveTo>
                <a:lnTo>
                  <a:pt x="1655266" y="0"/>
                </a:lnTo>
                <a:lnTo>
                  <a:pt x="1655266" y="987921"/>
                </a:lnTo>
                <a:arcTo hR="101600" wR="101600" stAng="0" swAng="5400000"/>
                <a:lnTo>
                  <a:pt x="101600" y="1089521"/>
                </a:lnTo>
                <a:arcTo hR="101600" wR="101600" stAng="5400000" swAng="5400000"/>
                <a:lnTo>
                  <a:pt x="0" y="0"/>
                </a:lnTo>
                <a:close/>
              </a:path>
            </a:pathLst>
          </a:custGeom>
          <a:solidFill>
            <a:srgbClr val="FBFBFD"/>
          </a:solidFill>
          <a:ln/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7941667" y="3535958"/>
            <a:ext cx="1655266" cy="1089521"/>
          </a:xfrm>
          <a:custGeom>
            <a:avLst/>
            <a:gdLst/>
            <a:ahLst/>
            <a:cxnLst/>
            <a:rect l="l" t="t" r="r" b="b"/>
            <a:pathLst>
              <a:path w="1655266" h="1089521">
                <a:moveTo>
                  <a:pt x="0" y="38100"/>
                </a:moveTo>
                <a:lnTo>
                  <a:pt x="0" y="0"/>
                </a:lnTo>
                <a:lnTo>
                  <a:pt x="1655266" y="0"/>
                </a:lnTo>
                <a:lnTo>
                  <a:pt x="1655266" y="38100"/>
                </a:lnTo>
                <a:lnTo>
                  <a:pt x="0" y="38100"/>
                </a:lnTo>
                <a:close/>
              </a:path>
            </a:pathLst>
          </a:custGeom>
          <a:solidFill>
            <a:srgbClr val="E5101F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8081367" y="3726458"/>
            <a:ext cx="1426666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pt-BR" sz="1600" b="1" dirty="0">
                <a:solidFill>
                  <a:srgbClr val="C20D1A"/>
                </a:solidFill>
                <a:latin typeface="Arial" pitchFamily="49" charset="0"/>
                <a:ea typeface="Arial" pitchFamily="49" charset="-122"/>
                <a:cs typeface="Arial" pitchFamily="49" charset="-120"/>
              </a:rPr>
              <a:t>MAI</a:t>
            </a:r>
            <a:endParaRPr lang="pt-BR" sz="1600" dirty="0"/>
          </a:p>
        </p:txBody>
      </p:sp>
      <p:sp>
        <p:nvSpPr>
          <p:cNvPr id="25" name="Text 23"/>
          <p:cNvSpPr/>
          <p:nvPr/>
        </p:nvSpPr>
        <p:spPr>
          <a:xfrm>
            <a:off x="8081367" y="4061718"/>
            <a:ext cx="1426666" cy="4367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pt-BR" sz="1200" b="1" dirty="0">
                <a:solidFill>
                  <a:srgbClr val="0D17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Marco do mês</a:t>
            </a:r>
            <a:endParaRPr lang="pt-BR" sz="1200" dirty="0"/>
          </a:p>
        </p:txBody>
      </p:sp>
      <p:sp>
        <p:nvSpPr>
          <p:cNvPr id="26" name="Shape 24"/>
          <p:cNvSpPr/>
          <p:nvPr/>
        </p:nvSpPr>
        <p:spPr>
          <a:xfrm>
            <a:off x="9723934" y="3535958"/>
            <a:ext cx="1655167" cy="1089521"/>
          </a:xfrm>
          <a:custGeom>
            <a:avLst/>
            <a:gdLst/>
            <a:ahLst/>
            <a:cxnLst/>
            <a:rect l="l" t="t" r="r" b="b"/>
            <a:pathLst>
              <a:path w="1655167" h="1089521">
                <a:moveTo>
                  <a:pt x="0" y="0"/>
                </a:moveTo>
                <a:lnTo>
                  <a:pt x="1655167" y="0"/>
                </a:lnTo>
                <a:lnTo>
                  <a:pt x="1655167" y="987921"/>
                </a:lnTo>
                <a:arcTo hR="101600" wR="101600" stAng="0" swAng="5400000"/>
                <a:lnTo>
                  <a:pt x="101600" y="1089521"/>
                </a:lnTo>
                <a:arcTo hR="101600" wR="101600" stAng="5400000" swAng="5400000"/>
                <a:lnTo>
                  <a:pt x="0" y="0"/>
                </a:lnTo>
                <a:close/>
              </a:path>
            </a:pathLst>
          </a:custGeom>
          <a:solidFill>
            <a:srgbClr val="FBFBFD"/>
          </a:solidFill>
          <a:ln/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9723934" y="3535958"/>
            <a:ext cx="1655167" cy="1089521"/>
          </a:xfrm>
          <a:custGeom>
            <a:avLst/>
            <a:gdLst/>
            <a:ahLst/>
            <a:cxnLst/>
            <a:rect l="l" t="t" r="r" b="b"/>
            <a:pathLst>
              <a:path w="1655167" h="1089521">
                <a:moveTo>
                  <a:pt x="0" y="38100"/>
                </a:moveTo>
                <a:lnTo>
                  <a:pt x="0" y="0"/>
                </a:lnTo>
                <a:lnTo>
                  <a:pt x="1655167" y="0"/>
                </a:lnTo>
                <a:lnTo>
                  <a:pt x="1655167" y="38100"/>
                </a:lnTo>
                <a:lnTo>
                  <a:pt x="0" y="38100"/>
                </a:lnTo>
                <a:close/>
              </a:path>
            </a:pathLst>
          </a:custGeom>
          <a:solidFill>
            <a:srgbClr val="E5101F"/>
          </a:solidFill>
          <a:ln/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9863634" y="3726458"/>
            <a:ext cx="1426567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pt-BR" sz="1600" b="1" dirty="0">
                <a:solidFill>
                  <a:srgbClr val="C20D1A"/>
                </a:solidFill>
                <a:latin typeface="Arial" pitchFamily="49" charset="0"/>
                <a:ea typeface="Arial" pitchFamily="49" charset="-122"/>
                <a:cs typeface="Arial" pitchFamily="49" charset="-120"/>
              </a:rPr>
              <a:t>JUN</a:t>
            </a:r>
            <a:endParaRPr lang="pt-BR" sz="1600" dirty="0"/>
          </a:p>
        </p:txBody>
      </p:sp>
      <p:sp>
        <p:nvSpPr>
          <p:cNvPr id="29" name="Text 27"/>
          <p:cNvSpPr/>
          <p:nvPr/>
        </p:nvSpPr>
        <p:spPr>
          <a:xfrm>
            <a:off x="9863634" y="4061718"/>
            <a:ext cx="1426567" cy="4367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pt-BR" sz="1200" b="1" dirty="0">
                <a:solidFill>
                  <a:srgbClr val="0D17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Marco do mês</a:t>
            </a:r>
            <a:endParaRPr lang="pt-BR" sz="1200" dirty="0"/>
          </a:p>
        </p:txBody>
      </p:sp>
      <p:sp>
        <p:nvSpPr>
          <p:cNvPr id="30" name="Shape 28"/>
          <p:cNvSpPr/>
          <p:nvPr/>
        </p:nvSpPr>
        <p:spPr>
          <a:xfrm>
            <a:off x="812800" y="4752479"/>
            <a:ext cx="1655167" cy="1089521"/>
          </a:xfrm>
          <a:custGeom>
            <a:avLst/>
            <a:gdLst/>
            <a:ahLst/>
            <a:cxnLst/>
            <a:rect l="l" t="t" r="r" b="b"/>
            <a:pathLst>
              <a:path w="1655167" h="1089521">
                <a:moveTo>
                  <a:pt x="0" y="0"/>
                </a:moveTo>
                <a:lnTo>
                  <a:pt x="1655167" y="0"/>
                </a:lnTo>
                <a:lnTo>
                  <a:pt x="1655167" y="987921"/>
                </a:lnTo>
                <a:arcTo hR="101600" wR="101600" stAng="0" swAng="5400000"/>
                <a:lnTo>
                  <a:pt x="101600" y="1089521"/>
                </a:lnTo>
                <a:arcTo hR="101600" wR="101600" stAng="5400000" swAng="5400000"/>
                <a:lnTo>
                  <a:pt x="0" y="0"/>
                </a:lnTo>
                <a:close/>
              </a:path>
            </a:pathLst>
          </a:custGeom>
          <a:solidFill>
            <a:srgbClr val="FBFBFD"/>
          </a:solidFill>
          <a:ln/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812800" y="4752479"/>
            <a:ext cx="1655167" cy="1089521"/>
          </a:xfrm>
          <a:custGeom>
            <a:avLst/>
            <a:gdLst/>
            <a:ahLst/>
            <a:cxnLst/>
            <a:rect l="l" t="t" r="r" b="b"/>
            <a:pathLst>
              <a:path w="1655167" h="1089521">
                <a:moveTo>
                  <a:pt x="0" y="38100"/>
                </a:moveTo>
                <a:lnTo>
                  <a:pt x="0" y="0"/>
                </a:lnTo>
                <a:lnTo>
                  <a:pt x="1655167" y="0"/>
                </a:lnTo>
                <a:lnTo>
                  <a:pt x="1655167" y="38100"/>
                </a:lnTo>
                <a:lnTo>
                  <a:pt x="0" y="38100"/>
                </a:lnTo>
                <a:close/>
              </a:path>
            </a:pathLst>
          </a:custGeom>
          <a:solidFill>
            <a:srgbClr val="E5101F"/>
          </a:solidFill>
          <a:ln/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952500" y="4942979"/>
            <a:ext cx="1426567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pt-BR" sz="1600" b="1" dirty="0">
                <a:solidFill>
                  <a:srgbClr val="C20D1A"/>
                </a:solidFill>
                <a:latin typeface="Arial" pitchFamily="49" charset="0"/>
                <a:ea typeface="Arial" pitchFamily="49" charset="-122"/>
                <a:cs typeface="Arial" pitchFamily="49" charset="-120"/>
              </a:rPr>
              <a:t>JUL</a:t>
            </a:r>
            <a:endParaRPr lang="pt-BR" sz="1600" dirty="0"/>
          </a:p>
        </p:txBody>
      </p:sp>
      <p:sp>
        <p:nvSpPr>
          <p:cNvPr id="33" name="Text 31"/>
          <p:cNvSpPr/>
          <p:nvPr/>
        </p:nvSpPr>
        <p:spPr>
          <a:xfrm>
            <a:off x="952500" y="5278239"/>
            <a:ext cx="1426567" cy="231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pt-BR" sz="1200" b="1" dirty="0">
                <a:solidFill>
                  <a:srgbClr val="0D17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Marco do mês</a:t>
            </a:r>
            <a:endParaRPr lang="pt-BR" sz="1200" dirty="0"/>
          </a:p>
        </p:txBody>
      </p:sp>
      <p:sp>
        <p:nvSpPr>
          <p:cNvPr id="34" name="Shape 32"/>
          <p:cNvSpPr/>
          <p:nvPr/>
        </p:nvSpPr>
        <p:spPr>
          <a:xfrm>
            <a:off x="2594967" y="4752479"/>
            <a:ext cx="1655266" cy="1089521"/>
          </a:xfrm>
          <a:custGeom>
            <a:avLst/>
            <a:gdLst/>
            <a:ahLst/>
            <a:cxnLst/>
            <a:rect l="l" t="t" r="r" b="b"/>
            <a:pathLst>
              <a:path w="1655266" h="1089521">
                <a:moveTo>
                  <a:pt x="0" y="0"/>
                </a:moveTo>
                <a:lnTo>
                  <a:pt x="1655266" y="0"/>
                </a:lnTo>
                <a:lnTo>
                  <a:pt x="1655266" y="987921"/>
                </a:lnTo>
                <a:arcTo hR="101600" wR="101600" stAng="0" swAng="5400000"/>
                <a:lnTo>
                  <a:pt x="101600" y="1089521"/>
                </a:lnTo>
                <a:arcTo hR="101600" wR="101600" stAng="5400000" swAng="5400000"/>
                <a:lnTo>
                  <a:pt x="0" y="0"/>
                </a:lnTo>
                <a:close/>
              </a:path>
            </a:pathLst>
          </a:custGeom>
          <a:solidFill>
            <a:srgbClr val="FBFBFD"/>
          </a:solidFill>
          <a:ln/>
        </p:spPr>
        <p:txBody>
          <a:bodyPr/>
          <a:p/>
        </p:txBody>
      </p:sp>
      <p:sp>
        <p:nvSpPr>
          <p:cNvPr id="35" name="Shape 33"/>
          <p:cNvSpPr/>
          <p:nvPr/>
        </p:nvSpPr>
        <p:spPr>
          <a:xfrm>
            <a:off x="2594967" y="4752479"/>
            <a:ext cx="1655266" cy="1089521"/>
          </a:xfrm>
          <a:custGeom>
            <a:avLst/>
            <a:gdLst/>
            <a:ahLst/>
            <a:cxnLst/>
            <a:rect l="l" t="t" r="r" b="b"/>
            <a:pathLst>
              <a:path w="1655266" h="1089521">
                <a:moveTo>
                  <a:pt x="0" y="38100"/>
                </a:moveTo>
                <a:lnTo>
                  <a:pt x="0" y="0"/>
                </a:lnTo>
                <a:lnTo>
                  <a:pt x="1655266" y="0"/>
                </a:lnTo>
                <a:lnTo>
                  <a:pt x="1655266" y="38100"/>
                </a:lnTo>
                <a:lnTo>
                  <a:pt x="0" y="38100"/>
                </a:lnTo>
                <a:close/>
              </a:path>
            </a:pathLst>
          </a:custGeom>
          <a:solidFill>
            <a:srgbClr val="E5101F"/>
          </a:solidFill>
          <a:ln/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2734667" y="4942979"/>
            <a:ext cx="1426666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pt-BR" sz="1600" b="1" dirty="0">
                <a:solidFill>
                  <a:srgbClr val="C20D1A"/>
                </a:solidFill>
                <a:latin typeface="Arial" pitchFamily="49" charset="0"/>
                <a:ea typeface="Arial" pitchFamily="49" charset="-122"/>
                <a:cs typeface="Arial" pitchFamily="49" charset="-120"/>
              </a:rPr>
              <a:t>AGO</a:t>
            </a:r>
            <a:endParaRPr lang="pt-BR" sz="1600" dirty="0"/>
          </a:p>
        </p:txBody>
      </p:sp>
      <p:sp>
        <p:nvSpPr>
          <p:cNvPr id="37" name="Text 35"/>
          <p:cNvSpPr/>
          <p:nvPr/>
        </p:nvSpPr>
        <p:spPr>
          <a:xfrm>
            <a:off x="2734667" y="5278239"/>
            <a:ext cx="1426666" cy="4367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pt-BR" sz="1200" b="1" dirty="0">
                <a:solidFill>
                  <a:srgbClr val="0D17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Marco do mês</a:t>
            </a:r>
            <a:endParaRPr lang="pt-BR" sz="1200" dirty="0"/>
          </a:p>
        </p:txBody>
      </p:sp>
      <p:sp>
        <p:nvSpPr>
          <p:cNvPr id="38" name="Shape 36"/>
          <p:cNvSpPr/>
          <p:nvPr/>
        </p:nvSpPr>
        <p:spPr>
          <a:xfrm>
            <a:off x="4377234" y="4752479"/>
            <a:ext cx="1655167" cy="1089521"/>
          </a:xfrm>
          <a:custGeom>
            <a:avLst/>
            <a:gdLst/>
            <a:ahLst/>
            <a:cxnLst/>
            <a:rect l="l" t="t" r="r" b="b"/>
            <a:pathLst>
              <a:path w="1655167" h="1089521">
                <a:moveTo>
                  <a:pt x="0" y="0"/>
                </a:moveTo>
                <a:lnTo>
                  <a:pt x="1655167" y="0"/>
                </a:lnTo>
                <a:lnTo>
                  <a:pt x="1655167" y="987921"/>
                </a:lnTo>
                <a:arcTo hR="101600" wR="101600" stAng="0" swAng="5400000"/>
                <a:lnTo>
                  <a:pt x="101600" y="1089521"/>
                </a:lnTo>
                <a:arcTo hR="101600" wR="101600" stAng="5400000" swAng="5400000"/>
                <a:lnTo>
                  <a:pt x="0" y="0"/>
                </a:lnTo>
                <a:close/>
              </a:path>
            </a:pathLst>
          </a:custGeom>
          <a:solidFill>
            <a:srgbClr val="FBFBFD"/>
          </a:solidFill>
          <a:ln/>
        </p:spPr>
        <p:txBody>
          <a:bodyPr/>
          <a:p/>
        </p:txBody>
      </p:sp>
      <p:sp>
        <p:nvSpPr>
          <p:cNvPr id="39" name="Shape 37"/>
          <p:cNvSpPr/>
          <p:nvPr/>
        </p:nvSpPr>
        <p:spPr>
          <a:xfrm>
            <a:off x="4377234" y="4752479"/>
            <a:ext cx="1655167" cy="1089521"/>
          </a:xfrm>
          <a:custGeom>
            <a:avLst/>
            <a:gdLst/>
            <a:ahLst/>
            <a:cxnLst/>
            <a:rect l="l" t="t" r="r" b="b"/>
            <a:pathLst>
              <a:path w="1655167" h="1089521">
                <a:moveTo>
                  <a:pt x="0" y="38100"/>
                </a:moveTo>
                <a:lnTo>
                  <a:pt x="0" y="0"/>
                </a:lnTo>
                <a:lnTo>
                  <a:pt x="1655167" y="0"/>
                </a:lnTo>
                <a:lnTo>
                  <a:pt x="1655167" y="38100"/>
                </a:lnTo>
                <a:lnTo>
                  <a:pt x="0" y="38100"/>
                </a:lnTo>
                <a:close/>
              </a:path>
            </a:pathLst>
          </a:custGeom>
          <a:solidFill>
            <a:srgbClr val="E5101F"/>
          </a:solidFill>
          <a:ln/>
        </p:spPr>
        <p:txBody>
          <a:bodyPr/>
          <a:p/>
        </p:txBody>
      </p:sp>
      <p:sp>
        <p:nvSpPr>
          <p:cNvPr id="40" name="Text 38"/>
          <p:cNvSpPr/>
          <p:nvPr/>
        </p:nvSpPr>
        <p:spPr>
          <a:xfrm>
            <a:off x="4516934" y="4942979"/>
            <a:ext cx="1426567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pt-BR" sz="1600" b="1" dirty="0">
                <a:solidFill>
                  <a:srgbClr val="C20D1A"/>
                </a:solidFill>
                <a:latin typeface="Arial" pitchFamily="49" charset="0"/>
                <a:ea typeface="Arial" pitchFamily="49" charset="-122"/>
                <a:cs typeface="Arial" pitchFamily="49" charset="-120"/>
              </a:rPr>
              <a:t>SET</a:t>
            </a:r>
            <a:endParaRPr lang="pt-BR" sz="1600" dirty="0"/>
          </a:p>
        </p:txBody>
      </p:sp>
      <p:sp>
        <p:nvSpPr>
          <p:cNvPr id="41" name="Text 39"/>
          <p:cNvSpPr/>
          <p:nvPr/>
        </p:nvSpPr>
        <p:spPr>
          <a:xfrm>
            <a:off x="4516934" y="5278239"/>
            <a:ext cx="1426567" cy="231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pt-BR" sz="1200" b="1" dirty="0">
                <a:solidFill>
                  <a:srgbClr val="0D17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Marco do mês</a:t>
            </a:r>
            <a:endParaRPr lang="pt-BR" sz="1200" dirty="0"/>
          </a:p>
        </p:txBody>
      </p:sp>
      <p:sp>
        <p:nvSpPr>
          <p:cNvPr id="42" name="Shape 40"/>
          <p:cNvSpPr/>
          <p:nvPr/>
        </p:nvSpPr>
        <p:spPr>
          <a:xfrm>
            <a:off x="6159401" y="4752479"/>
            <a:ext cx="1655266" cy="1089521"/>
          </a:xfrm>
          <a:custGeom>
            <a:avLst/>
            <a:gdLst/>
            <a:ahLst/>
            <a:cxnLst/>
            <a:rect l="l" t="t" r="r" b="b"/>
            <a:pathLst>
              <a:path w="1655266" h="1089521">
                <a:moveTo>
                  <a:pt x="0" y="0"/>
                </a:moveTo>
                <a:lnTo>
                  <a:pt x="1655266" y="0"/>
                </a:lnTo>
                <a:lnTo>
                  <a:pt x="1655266" y="987921"/>
                </a:lnTo>
                <a:arcTo hR="101600" wR="101600" stAng="0" swAng="5400000"/>
                <a:lnTo>
                  <a:pt x="101600" y="1089521"/>
                </a:lnTo>
                <a:arcTo hR="101600" wR="101600" stAng="5400000" swAng="5400000"/>
                <a:lnTo>
                  <a:pt x="0" y="0"/>
                </a:lnTo>
                <a:close/>
              </a:path>
            </a:pathLst>
          </a:custGeom>
          <a:solidFill>
            <a:srgbClr val="FBFBFD"/>
          </a:solidFill>
          <a:ln/>
        </p:spPr>
        <p:txBody>
          <a:bodyPr/>
          <a:p/>
        </p:txBody>
      </p:sp>
      <p:sp>
        <p:nvSpPr>
          <p:cNvPr id="43" name="Shape 41"/>
          <p:cNvSpPr/>
          <p:nvPr/>
        </p:nvSpPr>
        <p:spPr>
          <a:xfrm>
            <a:off x="6159401" y="4752479"/>
            <a:ext cx="1655266" cy="1089521"/>
          </a:xfrm>
          <a:custGeom>
            <a:avLst/>
            <a:gdLst/>
            <a:ahLst/>
            <a:cxnLst/>
            <a:rect l="l" t="t" r="r" b="b"/>
            <a:pathLst>
              <a:path w="1655266" h="1089521">
                <a:moveTo>
                  <a:pt x="0" y="38100"/>
                </a:moveTo>
                <a:lnTo>
                  <a:pt x="0" y="0"/>
                </a:lnTo>
                <a:lnTo>
                  <a:pt x="1655266" y="0"/>
                </a:lnTo>
                <a:lnTo>
                  <a:pt x="1655266" y="38100"/>
                </a:lnTo>
                <a:lnTo>
                  <a:pt x="0" y="38100"/>
                </a:lnTo>
                <a:close/>
              </a:path>
            </a:pathLst>
          </a:custGeom>
          <a:solidFill>
            <a:srgbClr val="E5101F"/>
          </a:solidFill>
          <a:ln/>
        </p:spPr>
        <p:txBody>
          <a:bodyPr/>
          <a:p/>
        </p:txBody>
      </p:sp>
      <p:sp>
        <p:nvSpPr>
          <p:cNvPr id="44" name="Text 42"/>
          <p:cNvSpPr/>
          <p:nvPr/>
        </p:nvSpPr>
        <p:spPr>
          <a:xfrm>
            <a:off x="6299101" y="4942979"/>
            <a:ext cx="1426666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pt-BR" sz="1600" b="1" dirty="0">
                <a:solidFill>
                  <a:srgbClr val="C20D1A"/>
                </a:solidFill>
                <a:latin typeface="Arial" pitchFamily="49" charset="0"/>
                <a:ea typeface="Arial" pitchFamily="49" charset="-122"/>
                <a:cs typeface="Arial" pitchFamily="49" charset="-120"/>
              </a:rPr>
              <a:t>OUT</a:t>
            </a:r>
            <a:endParaRPr lang="pt-BR" sz="1600" dirty="0"/>
          </a:p>
        </p:txBody>
      </p:sp>
      <p:sp>
        <p:nvSpPr>
          <p:cNvPr id="45" name="Text 43"/>
          <p:cNvSpPr/>
          <p:nvPr/>
        </p:nvSpPr>
        <p:spPr>
          <a:xfrm>
            <a:off x="6299101" y="5278239"/>
            <a:ext cx="1426666" cy="4367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pt-BR" sz="1200" b="1" dirty="0">
                <a:solidFill>
                  <a:srgbClr val="0D17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Marco do mês</a:t>
            </a:r>
            <a:endParaRPr lang="pt-BR" sz="1200" dirty="0"/>
          </a:p>
          <a:p>
            <a:pPr algn="l" indent="0" marL="0">
              <a:lnSpc>
                <a:spcPts val="1620"/>
              </a:lnSpc>
              <a:buNone/>
            </a:pPr>
            <a:r>
              <a:rPr lang="pt-BR" sz="1200" b="1" dirty="0">
                <a:solidFill>
                  <a:srgbClr val="0D17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segunda linha</a:t>
            </a:r>
            <a:endParaRPr lang="pt-BR" sz="1200" dirty="0"/>
          </a:p>
        </p:txBody>
      </p:sp>
      <p:sp>
        <p:nvSpPr>
          <p:cNvPr id="46" name="Shape 44"/>
          <p:cNvSpPr/>
          <p:nvPr/>
        </p:nvSpPr>
        <p:spPr>
          <a:xfrm>
            <a:off x="7941667" y="4752479"/>
            <a:ext cx="1655266" cy="1089521"/>
          </a:xfrm>
          <a:custGeom>
            <a:avLst/>
            <a:gdLst/>
            <a:ahLst/>
            <a:cxnLst/>
            <a:rect l="l" t="t" r="r" b="b"/>
            <a:pathLst>
              <a:path w="1655266" h="1089521">
                <a:moveTo>
                  <a:pt x="0" y="0"/>
                </a:moveTo>
                <a:lnTo>
                  <a:pt x="1655266" y="0"/>
                </a:lnTo>
                <a:lnTo>
                  <a:pt x="1655266" y="987921"/>
                </a:lnTo>
                <a:arcTo hR="101600" wR="101600" stAng="0" swAng="5400000"/>
                <a:lnTo>
                  <a:pt x="101600" y="1089521"/>
                </a:lnTo>
                <a:arcTo hR="101600" wR="101600" stAng="5400000" swAng="5400000"/>
                <a:lnTo>
                  <a:pt x="0" y="0"/>
                </a:lnTo>
                <a:close/>
              </a:path>
            </a:pathLst>
          </a:custGeom>
          <a:solidFill>
            <a:srgbClr val="FBFBFD"/>
          </a:solidFill>
          <a:ln/>
        </p:spPr>
        <p:txBody>
          <a:bodyPr/>
          <a:p/>
        </p:txBody>
      </p:sp>
      <p:sp>
        <p:nvSpPr>
          <p:cNvPr id="47" name="Shape 45"/>
          <p:cNvSpPr/>
          <p:nvPr/>
        </p:nvSpPr>
        <p:spPr>
          <a:xfrm>
            <a:off x="7941667" y="4752479"/>
            <a:ext cx="1655266" cy="1089521"/>
          </a:xfrm>
          <a:custGeom>
            <a:avLst/>
            <a:gdLst/>
            <a:ahLst/>
            <a:cxnLst/>
            <a:rect l="l" t="t" r="r" b="b"/>
            <a:pathLst>
              <a:path w="1655266" h="1089521">
                <a:moveTo>
                  <a:pt x="0" y="38100"/>
                </a:moveTo>
                <a:lnTo>
                  <a:pt x="0" y="0"/>
                </a:lnTo>
                <a:lnTo>
                  <a:pt x="1655266" y="0"/>
                </a:lnTo>
                <a:lnTo>
                  <a:pt x="1655266" y="38100"/>
                </a:lnTo>
                <a:lnTo>
                  <a:pt x="0" y="38100"/>
                </a:lnTo>
                <a:close/>
              </a:path>
            </a:pathLst>
          </a:custGeom>
          <a:solidFill>
            <a:srgbClr val="E5101F"/>
          </a:solidFill>
          <a:ln/>
        </p:spPr>
        <p:txBody>
          <a:bodyPr/>
          <a:p/>
        </p:txBody>
      </p:sp>
      <p:sp>
        <p:nvSpPr>
          <p:cNvPr id="48" name="Text 46"/>
          <p:cNvSpPr/>
          <p:nvPr/>
        </p:nvSpPr>
        <p:spPr>
          <a:xfrm>
            <a:off x="8081367" y="4942979"/>
            <a:ext cx="1426666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pt-BR" sz="1600" b="1" dirty="0">
                <a:solidFill>
                  <a:srgbClr val="C20D1A"/>
                </a:solidFill>
                <a:latin typeface="Arial" pitchFamily="49" charset="0"/>
                <a:ea typeface="Arial" pitchFamily="49" charset="-122"/>
                <a:cs typeface="Arial" pitchFamily="49" charset="-120"/>
              </a:rPr>
              <a:t>NOV</a:t>
            </a:r>
            <a:endParaRPr lang="pt-BR" sz="1600" dirty="0"/>
          </a:p>
        </p:txBody>
      </p:sp>
      <p:sp>
        <p:nvSpPr>
          <p:cNvPr id="49" name="Text 47"/>
          <p:cNvSpPr/>
          <p:nvPr/>
        </p:nvSpPr>
        <p:spPr>
          <a:xfrm>
            <a:off x="8081367" y="5278239"/>
            <a:ext cx="1426666" cy="231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pt-BR" sz="1200" b="1" dirty="0">
                <a:solidFill>
                  <a:srgbClr val="0D17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Marco do mês</a:t>
            </a:r>
            <a:endParaRPr lang="pt-BR" sz="1200" dirty="0"/>
          </a:p>
        </p:txBody>
      </p:sp>
      <p:sp>
        <p:nvSpPr>
          <p:cNvPr id="50" name="Shape 48"/>
          <p:cNvSpPr/>
          <p:nvPr/>
        </p:nvSpPr>
        <p:spPr>
          <a:xfrm>
            <a:off x="9723934" y="4752479"/>
            <a:ext cx="1655167" cy="1089521"/>
          </a:xfrm>
          <a:custGeom>
            <a:avLst/>
            <a:gdLst/>
            <a:ahLst/>
            <a:cxnLst/>
            <a:rect l="l" t="t" r="r" b="b"/>
            <a:pathLst>
              <a:path w="1655167" h="1089521">
                <a:moveTo>
                  <a:pt x="0" y="0"/>
                </a:moveTo>
                <a:lnTo>
                  <a:pt x="1655167" y="0"/>
                </a:lnTo>
                <a:lnTo>
                  <a:pt x="1655167" y="987921"/>
                </a:lnTo>
                <a:arcTo hR="101600" wR="101600" stAng="0" swAng="5400000"/>
                <a:lnTo>
                  <a:pt x="101600" y="1089521"/>
                </a:lnTo>
                <a:arcTo hR="101600" wR="101600" stAng="5400000" swAng="5400000"/>
                <a:lnTo>
                  <a:pt x="0" y="0"/>
                </a:lnTo>
                <a:close/>
              </a:path>
            </a:pathLst>
          </a:custGeom>
          <a:solidFill>
            <a:srgbClr val="0B33B8"/>
          </a:solidFill>
          <a:ln/>
        </p:spPr>
        <p:txBody>
          <a:bodyPr/>
          <a:p/>
        </p:txBody>
      </p:sp>
      <p:sp>
        <p:nvSpPr>
          <p:cNvPr id="51" name="Shape 49"/>
          <p:cNvSpPr/>
          <p:nvPr/>
        </p:nvSpPr>
        <p:spPr>
          <a:xfrm>
            <a:off x="9723934" y="4752479"/>
            <a:ext cx="1655167" cy="1089521"/>
          </a:xfrm>
          <a:custGeom>
            <a:avLst/>
            <a:gdLst/>
            <a:ahLst/>
            <a:cxnLst/>
            <a:rect l="l" t="t" r="r" b="b"/>
            <a:pathLst>
              <a:path w="1655167" h="1089521">
                <a:moveTo>
                  <a:pt x="0" y="38100"/>
                </a:moveTo>
                <a:lnTo>
                  <a:pt x="0" y="0"/>
                </a:lnTo>
                <a:lnTo>
                  <a:pt x="1655167" y="0"/>
                </a:lnTo>
                <a:lnTo>
                  <a:pt x="1655167" y="38100"/>
                </a:lnTo>
                <a:lnTo>
                  <a:pt x="0" y="38100"/>
                </a:lnTo>
                <a:close/>
              </a:path>
            </a:pathLst>
          </a:custGeom>
          <a:solidFill>
            <a:srgbClr val="E5101F"/>
          </a:solidFill>
          <a:ln/>
        </p:spPr>
        <p:txBody>
          <a:bodyPr/>
          <a:p/>
        </p:txBody>
      </p:sp>
      <p:sp>
        <p:nvSpPr>
          <p:cNvPr id="52" name="Text 50"/>
          <p:cNvSpPr/>
          <p:nvPr/>
        </p:nvSpPr>
        <p:spPr>
          <a:xfrm>
            <a:off x="9863634" y="4942979"/>
            <a:ext cx="1426567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pt-BR" sz="1600" b="1" dirty="0">
                <a:solidFill>
                  <a:srgbClr val="FF5A64"/>
                </a:solidFill>
                <a:latin typeface="Arial" pitchFamily="49" charset="0"/>
                <a:ea typeface="Arial" pitchFamily="49" charset="-122"/>
                <a:cs typeface="Arial" pitchFamily="49" charset="-120"/>
              </a:rPr>
              <a:t>DEZ</a:t>
            </a:r>
            <a:endParaRPr lang="pt-BR" sz="1600" dirty="0"/>
          </a:p>
        </p:txBody>
      </p:sp>
      <p:sp>
        <p:nvSpPr>
          <p:cNvPr id="53" name="Text 51"/>
          <p:cNvSpPr/>
          <p:nvPr/>
        </p:nvSpPr>
        <p:spPr>
          <a:xfrm>
            <a:off x="9863634" y="5278239"/>
            <a:ext cx="1426567" cy="231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pt-BR" sz="1200" b="1" dirty="0">
                <a:solidFill>
                  <a:srgbClr val="F5F7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Marco em destaque</a:t>
            </a:r>
            <a:endParaRPr lang="pt-BR" sz="1200" dirty="0"/>
          </a:p>
        </p:txBody>
      </p:sp>
      <p:sp>
        <p:nvSpPr>
          <p:cNvPr id="54" name="Text 52"/>
          <p:cNvSpPr/>
          <p:nvPr/>
        </p:nvSpPr>
        <p:spPr>
          <a:xfrm>
            <a:off x="812800" y="6238280"/>
            <a:ext cx="321111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pt-BR" sz="1200" dirty="0">
                <a:solidFill>
                  <a:srgbClr val="5A6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Lube Distribuidora · Nome da apresentação</a:t>
            </a:r>
            <a:endParaRPr lang="pt-BR" sz="1200" dirty="0"/>
          </a:p>
        </p:txBody>
      </p:sp>
      <p:sp>
        <p:nvSpPr>
          <p:cNvPr id="55" name="Text 53"/>
          <p:cNvSpPr/>
          <p:nvPr/>
        </p:nvSpPr>
        <p:spPr>
          <a:xfrm>
            <a:off x="11145441" y="6238280"/>
            <a:ext cx="23375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pt-BR" sz="1200" dirty="0">
                <a:solidFill>
                  <a:srgbClr val="5A6488"/>
                </a:solidFill>
                <a:latin typeface="Arial" pitchFamily="49" charset="0"/>
                <a:ea typeface="Arial" pitchFamily="49" charset="-122"/>
                <a:cs typeface="Arial" pitchFamily="49" charset="-120"/>
              </a:rPr>
              <a:t>16</a:t>
            </a:r>
            <a:endParaRPr lang="pt-BR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1F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03301" y="881360"/>
            <a:ext cx="374599" cy="76200"/>
          </a:xfrm>
          <a:prstGeom prst="rect">
            <a:avLst/>
          </a:prstGeom>
          <a:solidFill>
            <a:srgbClr val="E5101F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70000" y="812800"/>
            <a:ext cx="11264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pt-BR" sz="1200" b="1" spc="200" kern="0" dirty="0">
                <a:solidFill>
                  <a:srgbClr val="C20D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BALANÇO</a:t>
            </a:r>
            <a:endParaRPr lang="pt-BR" sz="1200" dirty="0"/>
          </a:p>
        </p:txBody>
      </p:sp>
      <p:sp>
        <p:nvSpPr>
          <p:cNvPr id="4" name="Text 2"/>
          <p:cNvSpPr/>
          <p:nvPr>
            <p:ph type="title"/>
          </p:nvPr>
        </p:nvSpPr>
        <p:spPr>
          <a:xfrm>
            <a:off x="812800" y="1178520"/>
            <a:ext cx="10883392" cy="528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60"/>
              </a:lnSpc>
              <a:buNone/>
            </a:pPr>
            <a:r>
              <a:rPr lang="pt-BR" sz="3600" b="1" i="0" spc="-50" kern="0" dirty="0">
                <a:solidFill>
                  <a:srgbClr val="0D17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e depois</a:t>
            </a:r>
            <a:endParaRPr lang="pt-BR" sz="36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5500" y="2837458"/>
          <a:ext cx="10553700" cy="3004542"/>
        </p:xfrm>
        <a:graphic>
          <a:graphicData uri="http://schemas.openxmlformats.org/drawingml/2006/table">
            <a:tbl>
              <a:tblPr/>
              <a:tblGrid>
                <a:gridCol w="1688592"/>
                <a:gridCol w="4010406"/>
                <a:gridCol w="4854702"/>
              </a:tblGrid>
              <a:tr h="429220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endParaRPr lang="pt-BR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0C1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D2C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C1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D2C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3B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pt-BR" sz="1200" b="1" dirty="0">
                          <a:solidFill>
                            <a:srgbClr val="F5F7F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Antes</a:t>
                      </a:r>
                      <a:endParaRPr lang="pt-BR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0D2C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D2C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C1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D2C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3B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pt-BR" sz="1200" b="1" dirty="0">
                          <a:solidFill>
                            <a:srgbClr val="F5F7F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Depois</a:t>
                      </a:r>
                      <a:endParaRPr lang="pt-BR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0D2C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D2C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C1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D2C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3B8"/>
                    </a:solidFill>
                  </a:tcPr>
                </a:tc>
              </a:tr>
              <a:tr h="429220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pt-BR" sz="1200" dirty="0">
                          <a:solidFill>
                            <a:srgbClr val="3A446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Tema 1</a:t>
                      </a:r>
                      <a:endParaRPr lang="pt-BR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0C1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D2C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pt-BR" sz="1200" dirty="0">
                          <a:solidFill>
                            <a:srgbClr val="5E658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Como era</a:t>
                      </a:r>
                      <a:endParaRPr lang="pt-BR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8C8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D2C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pt-BR" sz="1200" dirty="0">
                          <a:solidFill>
                            <a:srgbClr val="0D17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Como ficou</a:t>
                      </a:r>
                      <a:endParaRPr lang="pt-BR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8C8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D2C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D"/>
                    </a:solidFill>
                  </a:tcPr>
                </a:tc>
              </a:tr>
              <a:tr h="429220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pt-BR" sz="1200" dirty="0">
                          <a:solidFill>
                            <a:srgbClr val="3A446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Tema 2</a:t>
                      </a:r>
                      <a:endParaRPr lang="pt-BR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0C1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9BC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9BC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pt-BR" sz="1200" dirty="0">
                          <a:solidFill>
                            <a:srgbClr val="5E658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Como era</a:t>
                      </a:r>
                      <a:endParaRPr lang="pt-BR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B9BC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9BC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9BC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pt-BR" sz="1200" dirty="0">
                          <a:solidFill>
                            <a:srgbClr val="0D17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Como ficou</a:t>
                      </a:r>
                      <a:endParaRPr lang="pt-BR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B9BC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9BC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9BC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4"/>
                    </a:solidFill>
                  </a:tcPr>
                </a:tc>
              </a:tr>
              <a:tr h="429220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pt-BR" sz="1200" dirty="0">
                          <a:solidFill>
                            <a:srgbClr val="3A446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Tema 3</a:t>
                      </a:r>
                      <a:endParaRPr lang="pt-BR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0C1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9BC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pt-BR" sz="1200" dirty="0">
                          <a:solidFill>
                            <a:srgbClr val="5E658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Como era</a:t>
                      </a:r>
                      <a:endParaRPr lang="pt-BR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8C8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9BC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pt-BR" sz="1200" dirty="0">
                          <a:solidFill>
                            <a:srgbClr val="0D17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Como ficou</a:t>
                      </a:r>
                      <a:endParaRPr lang="pt-BR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8C8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9BC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D"/>
                    </a:solidFill>
                  </a:tcPr>
                </a:tc>
              </a:tr>
              <a:tr h="429220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pt-BR" sz="1200" dirty="0">
                          <a:solidFill>
                            <a:srgbClr val="3A446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Tema 4</a:t>
                      </a:r>
                      <a:endParaRPr lang="pt-BR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0C1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9BC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9BC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pt-BR" sz="1200" dirty="0">
                          <a:solidFill>
                            <a:srgbClr val="5E658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Como era</a:t>
                      </a:r>
                      <a:endParaRPr lang="pt-BR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B9BC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9BC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9BC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pt-BR" sz="1200" dirty="0">
                          <a:solidFill>
                            <a:srgbClr val="0D17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Como ficou</a:t>
                      </a:r>
                      <a:endParaRPr lang="pt-BR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B9BC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9BC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9BC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4"/>
                    </a:solidFill>
                  </a:tcPr>
                </a:tc>
              </a:tr>
              <a:tr h="429220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pt-BR" sz="1200" dirty="0">
                          <a:solidFill>
                            <a:srgbClr val="3A446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Tema 5</a:t>
                      </a:r>
                      <a:endParaRPr lang="pt-BR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0C1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9BC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pt-BR" sz="1200" dirty="0">
                          <a:solidFill>
                            <a:srgbClr val="5E658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Como era</a:t>
                      </a:r>
                      <a:endParaRPr lang="pt-BR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8C8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9BC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pt-BR" sz="1200" dirty="0">
                          <a:solidFill>
                            <a:srgbClr val="0D17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Como ficou</a:t>
                      </a:r>
                      <a:endParaRPr lang="pt-BR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8C8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9BC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D"/>
                    </a:solidFill>
                  </a:tcPr>
                </a:tc>
              </a:tr>
              <a:tr h="429220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pt-BR" sz="1200" dirty="0">
                          <a:solidFill>
                            <a:srgbClr val="3A446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Tema 6</a:t>
                      </a:r>
                      <a:endParaRPr lang="pt-BR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0C1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9BC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9BC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pt-BR" sz="1200" dirty="0">
                          <a:solidFill>
                            <a:srgbClr val="5E658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Como era</a:t>
                      </a:r>
                      <a:endParaRPr lang="pt-BR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B9BC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9BC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9BC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pt-BR" sz="1200" dirty="0">
                          <a:solidFill>
                            <a:srgbClr val="0D17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Como ficou</a:t>
                      </a:r>
                      <a:endParaRPr lang="pt-BR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B9BC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9BC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9BC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4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12800" y="6238280"/>
            <a:ext cx="321111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pt-BR" sz="1200" dirty="0">
                <a:solidFill>
                  <a:srgbClr val="5A6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Lube Distribuidora · Nome da apresentação</a:t>
            </a:r>
            <a:endParaRPr lang="pt-BR" sz="1200" dirty="0"/>
          </a:p>
        </p:txBody>
      </p:sp>
      <p:sp>
        <p:nvSpPr>
          <p:cNvPr id="7" name="Text 4"/>
          <p:cNvSpPr/>
          <p:nvPr/>
        </p:nvSpPr>
        <p:spPr>
          <a:xfrm>
            <a:off x="11145441" y="6238280"/>
            <a:ext cx="23375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pt-BR" sz="1200" dirty="0">
                <a:solidFill>
                  <a:srgbClr val="5A6488"/>
                </a:solidFill>
                <a:latin typeface="Arial" pitchFamily="49" charset="0"/>
                <a:ea typeface="Arial" pitchFamily="49" charset="-122"/>
                <a:cs typeface="Arial" pitchFamily="49" charset="-120"/>
              </a:rPr>
              <a:t>17</a:t>
            </a:r>
            <a:endParaRPr lang="pt-BR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03301" y="881360"/>
            <a:ext cx="374599" cy="76200"/>
          </a:xfrm>
          <a:prstGeom prst="rect">
            <a:avLst/>
          </a:prstGeom>
          <a:solidFill>
            <a:srgbClr val="E5101F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70000" y="812800"/>
            <a:ext cx="2196703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pt-BR" sz="1200" b="1" spc="200" kern="0" dirty="0">
                <a:solidFill>
                  <a:srgbClr val="FF5A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VEM AGORA</a:t>
            </a:r>
            <a:endParaRPr lang="pt-BR" sz="1200" dirty="0"/>
          </a:p>
        </p:txBody>
      </p:sp>
      <p:sp>
        <p:nvSpPr>
          <p:cNvPr id="4" name="Text 2"/>
          <p:cNvSpPr/>
          <p:nvPr>
            <p:ph type="title"/>
          </p:nvPr>
        </p:nvSpPr>
        <p:spPr>
          <a:xfrm>
            <a:off x="812800" y="1178520"/>
            <a:ext cx="10883392" cy="528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60"/>
              </a:lnSpc>
              <a:buNone/>
            </a:pPr>
            <a:r>
              <a:rPr lang="pt-BR" sz="3600" b="1" i="0" spc="-50" kern="0" dirty="0">
                <a:solidFill>
                  <a:srgbClr val="F5F7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Próximos passos</a:t>
            </a:r>
            <a:endParaRPr lang="pt-BR" sz="3600" dirty="0"/>
          </a:p>
        </p:txBody>
      </p:sp>
      <p:sp>
        <p:nvSpPr>
          <p:cNvPr id="5" name="Shape 3"/>
          <p:cNvSpPr/>
          <p:nvPr/>
        </p:nvSpPr>
        <p:spPr>
          <a:xfrm>
            <a:off x="815975" y="2740025"/>
            <a:ext cx="2479675" cy="2195711"/>
          </a:xfrm>
          <a:prstGeom prst="roundRect">
            <a:avLst>
              <a:gd name="adj" fmla="val 5639"/>
            </a:avLst>
          </a:prstGeom>
          <a:solidFill>
            <a:srgbClr val="0B2180"/>
          </a:solidFill>
          <a:ln w="6350">
            <a:solidFill>
              <a:srgbClr val="2549C9"/>
            </a:solidFill>
            <a:prstDash val="solid"/>
          </a:ln>
        </p:spPr>
        <p:txBody>
          <a:bodyPr/>
          <a:p/>
        </p:txBody>
      </p:sp>
      <p:pic>
        <p:nvPicPr>
          <p:cNvPr id="6" name="Image 0" descr="Chart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47750" y="2997200"/>
            <a:ext cx="304800" cy="30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47750" y="3403600"/>
            <a:ext cx="2076609" cy="5129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pt-BR" sz="1600" b="1" dirty="0">
                <a:solidFill>
                  <a:srgbClr val="F5F7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um</a:t>
            </a:r>
            <a:endParaRPr lang="pt-BR" sz="1600" dirty="0"/>
          </a:p>
        </p:txBody>
      </p:sp>
      <p:sp>
        <p:nvSpPr>
          <p:cNvPr id="8" name="Text 5"/>
          <p:cNvSpPr/>
          <p:nvPr/>
        </p:nvSpPr>
        <p:spPr>
          <a:xfrm>
            <a:off x="1047750" y="3992761"/>
            <a:ext cx="2076609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pt-BR" sz="1200" dirty="0">
                <a:solidFill>
                  <a:srgbClr val="C3C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será feito e quando.</a:t>
            </a:r>
            <a:endParaRPr lang="pt-BR" sz="1200" dirty="0"/>
          </a:p>
        </p:txBody>
      </p:sp>
      <p:sp>
        <p:nvSpPr>
          <p:cNvPr id="9" name="Shape 6"/>
          <p:cNvSpPr/>
          <p:nvPr/>
        </p:nvSpPr>
        <p:spPr>
          <a:xfrm>
            <a:off x="3505200" y="2740025"/>
            <a:ext cx="2479675" cy="2195711"/>
          </a:xfrm>
          <a:prstGeom prst="roundRect">
            <a:avLst>
              <a:gd name="adj" fmla="val 5639"/>
            </a:avLst>
          </a:prstGeom>
          <a:solidFill>
            <a:srgbClr val="0B2180"/>
          </a:solidFill>
          <a:ln w="6350">
            <a:solidFill>
              <a:srgbClr val="2549C9"/>
            </a:solidFill>
            <a:prstDash val="solid"/>
          </a:ln>
        </p:spPr>
        <p:txBody>
          <a:bodyPr/>
          <a:p/>
        </p:txBody>
      </p:sp>
      <p:pic>
        <p:nvPicPr>
          <p:cNvPr id="10" name="Image 1" descr="Lightbulb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736975" y="2997200"/>
            <a:ext cx="304800" cy="3048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3736975" y="3403600"/>
            <a:ext cx="2076609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pt-BR" sz="1600" b="1" dirty="0">
                <a:solidFill>
                  <a:srgbClr val="F5F7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dois</a:t>
            </a:r>
            <a:endParaRPr lang="pt-BR" sz="1600" dirty="0"/>
          </a:p>
        </p:txBody>
      </p:sp>
      <p:sp>
        <p:nvSpPr>
          <p:cNvPr id="12" name="Text 8"/>
          <p:cNvSpPr/>
          <p:nvPr/>
        </p:nvSpPr>
        <p:spPr>
          <a:xfrm>
            <a:off x="3736975" y="3748980"/>
            <a:ext cx="2076609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pt-BR" sz="1200" dirty="0">
                <a:solidFill>
                  <a:srgbClr val="C3C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será feito e quando.</a:t>
            </a:r>
            <a:endParaRPr lang="pt-BR" sz="1200" dirty="0"/>
          </a:p>
        </p:txBody>
      </p:sp>
      <p:sp>
        <p:nvSpPr>
          <p:cNvPr id="13" name="Shape 9"/>
          <p:cNvSpPr/>
          <p:nvPr/>
        </p:nvSpPr>
        <p:spPr>
          <a:xfrm>
            <a:off x="6194425" y="2740025"/>
            <a:ext cx="2479675" cy="2195711"/>
          </a:xfrm>
          <a:prstGeom prst="roundRect">
            <a:avLst>
              <a:gd name="adj" fmla="val 5639"/>
            </a:avLst>
          </a:prstGeom>
          <a:solidFill>
            <a:srgbClr val="0B2180"/>
          </a:solidFill>
          <a:ln w="6350">
            <a:solidFill>
              <a:srgbClr val="2549C9"/>
            </a:solidFill>
            <a:prstDash val="solid"/>
          </a:ln>
        </p:spPr>
        <p:txBody>
          <a:bodyPr/>
          <a:p/>
        </p:txBody>
      </p:sp>
      <p:pic>
        <p:nvPicPr>
          <p:cNvPr id="14" name="Image 2" descr="Users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426200" y="2997200"/>
            <a:ext cx="304800" cy="30480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426200" y="3403600"/>
            <a:ext cx="2076609" cy="5129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pt-BR" sz="1600" b="1" dirty="0">
                <a:solidFill>
                  <a:srgbClr val="F5F7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três</a:t>
            </a:r>
            <a:endParaRPr lang="pt-BR" sz="1600" dirty="0"/>
          </a:p>
        </p:txBody>
      </p:sp>
      <p:sp>
        <p:nvSpPr>
          <p:cNvPr id="16" name="Text 11"/>
          <p:cNvSpPr/>
          <p:nvPr/>
        </p:nvSpPr>
        <p:spPr>
          <a:xfrm>
            <a:off x="6426200" y="3992761"/>
            <a:ext cx="2076609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pt-BR" sz="1200" dirty="0">
                <a:solidFill>
                  <a:srgbClr val="C3C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será feito e quando.</a:t>
            </a:r>
            <a:endParaRPr lang="pt-BR" sz="1200" dirty="0"/>
          </a:p>
        </p:txBody>
      </p:sp>
      <p:sp>
        <p:nvSpPr>
          <p:cNvPr id="17" name="Shape 12"/>
          <p:cNvSpPr/>
          <p:nvPr/>
        </p:nvSpPr>
        <p:spPr>
          <a:xfrm>
            <a:off x="8886825" y="2743200"/>
            <a:ext cx="2486025" cy="2189361"/>
          </a:xfrm>
          <a:prstGeom prst="roundRect">
            <a:avLst>
              <a:gd name="adj" fmla="val 5511"/>
            </a:avLst>
          </a:prstGeom>
          <a:solidFill>
            <a:srgbClr val="0B47E0"/>
          </a:solidFill>
          <a:ln w="12700">
            <a:solidFill>
              <a:srgbClr val="E5101F"/>
            </a:solidFill>
            <a:prstDash val="solid"/>
          </a:ln>
        </p:spPr>
        <p:txBody>
          <a:bodyPr/>
          <a:p/>
        </p:txBody>
      </p:sp>
      <p:pic>
        <p:nvPicPr>
          <p:cNvPr id="18" name="Image 3" descr="Globe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9121775" y="3003550"/>
            <a:ext cx="304800" cy="30480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9121775" y="3409950"/>
            <a:ext cx="2076609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pt-BR" sz="1600" b="1" dirty="0">
                <a:solidFill>
                  <a:srgbClr val="F5F7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quatro</a:t>
            </a:r>
            <a:endParaRPr lang="pt-BR" sz="1600" dirty="0"/>
          </a:p>
        </p:txBody>
      </p:sp>
      <p:sp>
        <p:nvSpPr>
          <p:cNvPr id="20" name="Text 14"/>
          <p:cNvSpPr/>
          <p:nvPr/>
        </p:nvSpPr>
        <p:spPr>
          <a:xfrm>
            <a:off x="9121775" y="3755330"/>
            <a:ext cx="2076609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pt-BR" sz="1200" dirty="0">
                <a:solidFill>
                  <a:srgbClr val="DCE2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será feito e quando.</a:t>
            </a:r>
            <a:endParaRPr lang="pt-BR" sz="1200" dirty="0"/>
          </a:p>
        </p:txBody>
      </p:sp>
      <p:sp>
        <p:nvSpPr>
          <p:cNvPr id="21" name="Text 15"/>
          <p:cNvSpPr/>
          <p:nvPr/>
        </p:nvSpPr>
        <p:spPr>
          <a:xfrm>
            <a:off x="812800" y="6238280"/>
            <a:ext cx="321111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pt-BR" sz="1200" dirty="0">
                <a:solidFill>
                  <a:srgbClr val="8A9B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Lube Distribuidora · Nome da apresentação</a:t>
            </a:r>
            <a:endParaRPr lang="pt-BR" sz="1200" dirty="0"/>
          </a:p>
        </p:txBody>
      </p:sp>
      <p:sp>
        <p:nvSpPr>
          <p:cNvPr id="22" name="Text 16"/>
          <p:cNvSpPr/>
          <p:nvPr/>
        </p:nvSpPr>
        <p:spPr>
          <a:xfrm>
            <a:off x="11145441" y="6238280"/>
            <a:ext cx="23375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pt-BR" sz="1200" dirty="0">
                <a:solidFill>
                  <a:srgbClr val="8A9BD6"/>
                </a:solidFill>
                <a:latin typeface="Arial" pitchFamily="49" charset="0"/>
                <a:ea typeface="Arial" pitchFamily="49" charset="-122"/>
                <a:cs typeface="Arial" pitchFamily="49" charset="-120"/>
              </a:rPr>
              <a:t>18</a:t>
            </a:r>
            <a:endParaRPr lang="pt-BR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40B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undo azul com feixe de luz diagonal e forma vermelha inclinada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Logo da Lube Distribuidora">    </p:cNvPr>
          <p:cNvPicPr>
            <a:picLocks noChangeAspect="1"/>
          </p:cNvPicPr>
          <p:nvPr/>
        </p:nvPicPr>
        <p:blipFill>
          <a:blip r:embed="rId2"/>
          <a:srcRect l="0" r="0" t="-89" b="-89"/>
          <a:stretch/>
        </p:blipFill>
        <p:spPr>
          <a:xfrm>
            <a:off x="812800" y="1650405"/>
            <a:ext cx="3556000" cy="1187450"/>
          </a:xfrm>
          <a:prstGeom prst="rect">
            <a:avLst/>
          </a:prstGeom>
        </p:spPr>
      </p:pic>
      <p:sp>
        <p:nvSpPr>
          <p:cNvPr id="4" name="Text 0"/>
          <p:cNvSpPr/>
          <p:nvPr>
            <p:ph type="title"/>
          </p:nvPr>
        </p:nvSpPr>
        <p:spPr>
          <a:xfrm>
            <a:off x="812800" y="3091855"/>
            <a:ext cx="5886450" cy="1602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140"/>
              </a:lnSpc>
              <a:buNone/>
            </a:pPr>
            <a:r>
              <a:rPr lang="pt-BR" sz="3600" b="1" i="0" spc="-50" kern="0" dirty="0">
                <a:solidFill>
                  <a:srgbClr val="F7F9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mensagem final, em uma ou duas linhas, para ficar na cabeça.</a:t>
            </a:r>
            <a:endParaRPr lang="pt-BR" sz="3600" dirty="0"/>
          </a:p>
        </p:txBody>
      </p:sp>
      <p:sp>
        <p:nvSpPr>
          <p:cNvPr id="5" name="Shape 1"/>
          <p:cNvSpPr/>
          <p:nvPr/>
        </p:nvSpPr>
        <p:spPr>
          <a:xfrm>
            <a:off x="798933" y="5027216"/>
            <a:ext cx="383335" cy="76200"/>
          </a:xfrm>
          <a:prstGeom prst="rect">
            <a:avLst/>
          </a:prstGeom>
          <a:solidFill>
            <a:srgbClr val="E5101F"/>
          </a:solidFill>
          <a:ln/>
        </p:spPr>
        <p:txBody>
          <a:bodyPr/>
          <a:p/>
        </p:txBody>
      </p:sp>
      <p:sp>
        <p:nvSpPr>
          <p:cNvPr id="6" name="Text 2"/>
          <p:cNvSpPr/>
          <p:nvPr/>
        </p:nvSpPr>
        <p:spPr>
          <a:xfrm>
            <a:off x="1270000" y="4923135"/>
            <a:ext cx="5354241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pt-BR" sz="1600" dirty="0">
                <a:solidFill>
                  <a:srgbClr val="C3C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Lube Distribuidora · desde 1959 · Cariacica-ES</a:t>
            </a:r>
            <a:endParaRPr lang="pt-BR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novação nos BIs da Lube">
  <a:themeElements>
    <a:clrScheme name="Inovação nos BIs da Lube">
      <a:dk1>
        <a:srgbClr val="0B2FAE"/>
      </a:dk1>
      <a:lt1>
        <a:srgbClr val="F5F7FD"/>
      </a:lt1>
      <a:dk2>
        <a:srgbClr val="2243B6"/>
      </a:dk2>
      <a:lt2>
        <a:srgbClr val="BBC5E9"/>
      </a:lt2>
      <a:accent1>
        <a:srgbClr val="C3CDF0"/>
      </a:accent1>
      <a:accent2>
        <a:srgbClr val="0B2180"/>
      </a:accent2>
      <a:accent3>
        <a:srgbClr val="0D176E"/>
      </a:accent3>
      <a:accent4>
        <a:srgbClr val="8A9BD6"/>
      </a:accent4>
      <a:accent5>
        <a:srgbClr val="E5101F"/>
      </a:accent5>
      <a:accent6>
        <a:srgbClr val="C20D1A"/>
      </a:accent6>
      <a:hlink>
        <a:srgbClr val="0563C1"/>
      </a:hlink>
      <a:folHlink>
        <a:srgbClr val="954F72"/>
      </a:folHlink>
    </a:clrScheme>
    <a:fontScheme name="Inovação nos BIs da Lub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LUBE OFFICE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/>
  <LinksUpToDate>false</LinksUpToDate>
  <SharedDoc>false</SharedDoc>
  <HyperlinksChanged>false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Lube</dc:title>
  <dc:creator>Lube Distribuidora</dc:creator>
  <cp:lastModifiedBy>Lube Distribuidora</cp:lastModifiedBy>
  <cp:revision>1</cp:revision>
  <dcterms:created xsi:type="dcterms:W3CDTF">2026-10-22T16:43:53Z</dcterms:created>
  <dcterms:modified xsi:type="dcterms:W3CDTF">2026-10-22T16:43:53Z</dcterms:modified>
</cp:coreProperties>
</file>