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4754880"/>
            <a:ext cx="7498079" cy="502920"/>
          </a:xfrm>
          <a:prstGeom prst="parallelogram">
            <a:avLst>
              <a:gd name="adj" fmla="val 25000"/>
            </a:avLst>
          </a:prstGeom>
          <a:solidFill>
            <a:srgbClr val="E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548640"/>
            <a:ext cx="2468880" cy="8887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510" y="655295"/>
            <a:ext cx="2073860" cy="690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031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lang="pt-BR">
                <a:solidFill>
                  <a:srgbClr val="FFFFFF"/>
                </a:solidFill>
                <a:latin typeface="Arial"/>
              </a:rPr>
              <a:t>Título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lang="pt-BR">
                <a:solidFill>
                  <a:srgbClr val="C9D0F0"/>
                </a:solidFill>
                <a:latin typeface="Arial"/>
              </a:rPr>
              <a:t>Área · mês de referência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pt-BR">
                <a:solidFill>
                  <a:srgbClr val="8E99D6"/>
                </a:solidFill>
                <a:latin typeface="Arial"/>
              </a:rPr>
              <a:t>Lube Distribuidora · desde 1959 · Cariacica-ES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48640" y="566928"/>
            <a:ext cx="457200" cy="457200"/>
          </a:xfrm>
          <a:prstGeom prst="parallelogram">
            <a:avLst>
              <a:gd name="adj" fmla="val 25000"/>
            </a:avLst>
          </a:prstGeom>
          <a:solidFill>
            <a:srgbClr val="E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lang="pt-BR">
                <a:solidFill>
                  <a:srgbClr val="0D176E"/>
                </a:solidFill>
                <a:latin typeface="Arial"/>
              </a:rPr>
              <a:t>Agenda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57200"/>
            <a:ext cx="1554480" cy="5173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D1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737360"/>
            <a:ext cx="731520" cy="731520"/>
          </a:xfrm>
          <a:prstGeom prst="ellipse">
            <a:avLst/>
          </a:prstGeom>
          <a:solidFill>
            <a:srgbClr val="0D1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105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pt-BR">
                <a:solidFill>
                  <a:srgbClr val="1B2140"/>
                </a:solidFill>
                <a:latin typeface="Arial"/>
              </a:rPr>
              <a:t>Resultado do mês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926080"/>
            <a:ext cx="731520" cy="731520"/>
          </a:xfrm>
          <a:prstGeom prst="ellipse">
            <a:avLst/>
          </a:prstGeom>
          <a:solidFill>
            <a:srgbClr val="0D1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9992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pt-BR">
                <a:solidFill>
                  <a:srgbClr val="1B2140"/>
                </a:solidFill>
                <a:latin typeface="Arial"/>
              </a:rPr>
              <a:t>O que funcionou e o que não funcionou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114800"/>
            <a:ext cx="731520" cy="731520"/>
          </a:xfrm>
          <a:prstGeom prst="ellipse">
            <a:avLst/>
          </a:prstGeom>
          <a:solidFill>
            <a:srgbClr val="0D1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1879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pt-BR">
                <a:solidFill>
                  <a:srgbClr val="1B2140"/>
                </a:solidFill>
                <a:latin typeface="Arial"/>
              </a:rPr>
              <a:t>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48640" y="566928"/>
            <a:ext cx="457200" cy="457200"/>
          </a:xfrm>
          <a:prstGeom prst="parallelogram">
            <a:avLst>
              <a:gd name="adj" fmla="val 25000"/>
            </a:avLst>
          </a:prstGeom>
          <a:solidFill>
            <a:srgbClr val="E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lang="pt-BR">
                <a:solidFill>
                  <a:srgbClr val="0D176E"/>
                </a:solidFill>
                <a:latin typeface="Arial"/>
              </a:rPr>
              <a:t>Resultado do mês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57200"/>
            <a:ext cx="1554480" cy="5173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D1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828800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E8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pt-BR">
                <a:solidFill>
                  <a:srgbClr val="2A3796"/>
                </a:solidFill>
                <a:latin typeface="Arial"/>
              </a:rPr>
              <a:t>VENDA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32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lang="pt-BR">
                <a:solidFill>
                  <a:srgbClr val="0D176E"/>
                </a:solidFill>
                <a:latin typeface="Arial"/>
              </a:rPr>
              <a:t>R$ 0,0 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E8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pt-BR">
                <a:solidFill>
                  <a:srgbClr val="2A3796"/>
                </a:solidFill>
                <a:latin typeface="Arial"/>
              </a:rPr>
              <a:t>MARGEM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lang="pt-BR">
                <a:solidFill>
                  <a:srgbClr val="0D176E"/>
                </a:solidFill>
                <a:latin typeface="Arial"/>
              </a:rPr>
              <a:t>0,0%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E8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lang="pt-BR">
                <a:solidFill>
                  <a:srgbClr val="2A3796"/>
                </a:solidFill>
                <a:latin typeface="Arial"/>
              </a:rPr>
              <a:t>META ATINGIDA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27432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lang="pt-BR">
                <a:solidFill>
                  <a:srgbClr val="0D176E"/>
                </a:solidFill>
                <a:latin typeface="Arial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pt-BR">
                <a:solidFill>
                  <a:srgbClr val="5C6480"/>
                </a:solidFill>
                <a:latin typeface="Arial"/>
              </a:rPr>
              <a:t>Uma frase que explica o resultado: o que puxou para cima, o que puxou para baixo.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548640" y="566928"/>
            <a:ext cx="457200" cy="457200"/>
          </a:xfrm>
          <a:prstGeom prst="parallelogram">
            <a:avLst>
              <a:gd name="adj" fmla="val 25000"/>
            </a:avLst>
          </a:prstGeom>
          <a:solidFill>
            <a:srgbClr val="E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lang="pt-BR">
                <a:solidFill>
                  <a:srgbClr val="0D176E"/>
                </a:solidFill>
                <a:latin typeface="Arial"/>
              </a:rPr>
              <a:t>Próximos passos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57200"/>
            <a:ext cx="1554480" cy="5173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D1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lang="pt-BR">
                <a:solidFill>
                  <a:srgbClr val="1B2140"/>
                </a:solidFill>
                <a:latin typeface="Arial"/>
              </a:rPr>
              <a:t>▸  Ação · responsável · prazo</a:t>
            </a:r>
          </a:p>
          <a:p>
            <a:pPr>
              <a:spcAft>
                <a:spcPts val="1800"/>
              </a:spcAft>
            </a:pPr>
            <a:r>
              <a:rPr sz="2400" lang="pt-BR">
                <a:solidFill>
                  <a:srgbClr val="1B2140"/>
                </a:solidFill>
                <a:latin typeface="Arial"/>
              </a:rPr>
              <a:t>▸  Ação · responsável · prazo</a:t>
            </a:r>
          </a:p>
          <a:p>
            <a:pPr>
              <a:spcAft>
                <a:spcPts val="1800"/>
              </a:spcAft>
            </a:pPr>
            <a:r>
              <a:rPr sz="2400" lang="pt-BR">
                <a:solidFill>
                  <a:srgbClr val="1B2140"/>
                </a:solidFill>
                <a:latin typeface="Arial"/>
              </a:rPr>
              <a:t>▸  Ação · responsável · prazo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4754880" y="3977639"/>
            <a:ext cx="7863840" cy="457200"/>
          </a:xfrm>
          <a:prstGeom prst="parallelogram">
            <a:avLst>
              <a:gd name="adj" fmla="val 25000"/>
            </a:avLst>
          </a:prstGeom>
          <a:solidFill>
            <a:srgbClr val="E5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0" y="1554480"/>
            <a:ext cx="3017520" cy="10863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01" y="1684836"/>
            <a:ext cx="2534718" cy="843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lang="pt-BR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LUBE 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Lube</dc:title>
  <dc:creator>Lube Distribuidora</dc:creator>
  <cp:lastModifiedBy>Lube Distribuidora</cp:lastModifiedBy>
  <cp:revision>1</cp:revision>
  <dcterms:created xsi:type="dcterms:W3CDTF">2026-10-21T19:23:04Z</dcterms:created>
  <dcterms:modified xsi:type="dcterms:W3CDTF">2026-10-21T19:23:04Z</dcterms:modified>
</cp:coreProperties>
</file>